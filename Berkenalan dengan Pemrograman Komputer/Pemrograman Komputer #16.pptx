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8"/>
  </p:notesMasterIdLst>
  <p:handoutMasterIdLst>
    <p:handoutMasterId r:id="rId9"/>
  </p:handoutMasterIdLst>
  <p:sldIdLst>
    <p:sldId id="278" r:id="rId4"/>
    <p:sldId id="298" r:id="rId5"/>
    <p:sldId id="300" r:id="rId6"/>
    <p:sldId id="301" r:id="rId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85584" autoAdjust="0"/>
  </p:normalViewPr>
  <p:slideViewPr>
    <p:cSldViewPr>
      <p:cViewPr varScale="1">
        <p:scale>
          <a:sx n="79" d="100"/>
          <a:sy n="79" d="100"/>
        </p:scale>
        <p:origin x="798" y="72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64401" y="2506472"/>
            <a:ext cx="5613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#16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APA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KEMAMPUAN DASAR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YANG HARUS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SAYA MILIKI?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MATEMATIKA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?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BAHASA INGGRIS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Bisa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mengoperasikan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Personal Computer</a:t>
            </a:r>
          </a:p>
          <a:p>
            <a:pPr marL="685800" lvl="1" indent="-228600">
              <a:lnSpc>
                <a:spcPct val="13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Mouse &amp; Keyboard</a:t>
            </a:r>
          </a:p>
          <a:p>
            <a:pPr marL="685800" lvl="1" indent="-228600">
              <a:lnSpc>
                <a:spcPct val="13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&amp;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85800" lvl="1" indent="-228600">
              <a:lnSpc>
                <a:spcPct val="13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File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Folder</a:t>
            </a: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Bisa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menjelajah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berselancar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 di internet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KEMAMPUAN DASAR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704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mulai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belajar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penting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menguasai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Matematika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Dasar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: 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Angka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Hitung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Perbandingan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85800" lvl="1" indent="-2286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Logika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dsb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</a:t>
            </a:r>
          </a:p>
          <a:p>
            <a:pPr marL="228600" indent="-228600">
              <a:buFont typeface="Arial" pitchFamily="34" charset="0"/>
              <a:buChar char="•"/>
            </a:pP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Matematika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Lanjutan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penting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dikuasai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jika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program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bersinggungan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erat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dengan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Dunia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Matematika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seperti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3D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Modelling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Game, Data Science, Machine Learning, </a:t>
            </a:r>
          </a:p>
          <a:p>
            <a:pPr marL="230188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Graphics Computer, Data Analytics,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dsb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APA HARUS JAGO MATEMATIKA?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90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lnSpc>
                <a:spcPct val="130000"/>
              </a:lnSpc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mulai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belajar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penting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menguasai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Inggris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Pasif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: </a:t>
            </a:r>
          </a:p>
          <a:p>
            <a:pPr marL="685800" lvl="1" indent="-228600">
              <a:lnSpc>
                <a:spcPct val="13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Reading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Membaca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  <a:p>
            <a:pPr marL="685800" lvl="1" indent="-228600">
              <a:lnSpc>
                <a:spcPct val="13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Listening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Mendengar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  <a:p>
            <a:pPr marL="228600" indent="-228600">
              <a:lnSpc>
                <a:spcPct val="130000"/>
              </a:lnSpc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Sambil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belajar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tingkatkan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kemampuan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agar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menguasai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Inggris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Aktif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:</a:t>
            </a:r>
          </a:p>
          <a:p>
            <a:pPr marL="685800" lvl="1" indent="-228600">
              <a:lnSpc>
                <a:spcPct val="13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Reading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Membaca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  <a:p>
            <a:pPr marL="685800" lvl="1" indent="-228600">
              <a:lnSpc>
                <a:spcPct val="13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Listening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Mendengar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  <a:p>
            <a:pPr marL="685800" lvl="1" indent="-228600">
              <a:lnSpc>
                <a:spcPct val="13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Writing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Menulis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  <a:p>
            <a:pPr marL="685800" lvl="1" indent="-228600">
              <a:lnSpc>
                <a:spcPct val="13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Speaking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Berbicara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  <a:p>
            <a:pPr>
              <a:lnSpc>
                <a:spcPct val="13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APA HARUS JAGO BAHASA INGGRIS?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163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3680</TotalTime>
  <Words>159</Words>
  <Application>Microsoft Office PowerPoint</Application>
  <PresentationFormat>On-screen Show (16:9)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364</cp:revision>
  <dcterms:created xsi:type="dcterms:W3CDTF">2016-12-05T23:26:54Z</dcterms:created>
  <dcterms:modified xsi:type="dcterms:W3CDTF">2023-06-25T16:51:27Z</dcterms:modified>
</cp:coreProperties>
</file>