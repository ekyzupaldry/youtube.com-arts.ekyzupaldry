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7"/>
  </p:notesMasterIdLst>
  <p:handoutMasterIdLst>
    <p:handoutMasterId r:id="rId8"/>
  </p:handoutMasterIdLst>
  <p:sldIdLst>
    <p:sldId id="278" r:id="rId4"/>
    <p:sldId id="300" r:id="rId5"/>
    <p:sldId id="301" r:id="rId6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9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214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59" autoAdjust="0"/>
    <p:restoredTop sz="85584" autoAdjust="0"/>
  </p:normalViewPr>
  <p:slideViewPr>
    <p:cSldViewPr>
      <p:cViewPr varScale="1">
        <p:scale>
          <a:sx n="79" d="100"/>
          <a:sy n="79" d="100"/>
        </p:scale>
        <p:origin x="798" y="72"/>
      </p:cViewPr>
      <p:guideLst>
        <p:guide orient="horz" pos="1620"/>
        <p:guide pos="2880"/>
        <p:guide orient="horz" pos="19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2DC96-A95D-46CF-90D0-C44C79A86FE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27B3F-43CE-49AD-B1CB-5A5B3501A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7065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44AD1-7E96-455A-8C7F-605A7DD0F91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DC514-9E28-441F-BF04-3DE8912E9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62478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3003798"/>
            <a:ext cx="4032448" cy="115212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</a:t>
            </a:r>
          </a:p>
          <a:p>
            <a:pPr lvl="0"/>
            <a:r>
              <a:rPr lang="en-US" altLang="ko-KR" dirty="0">
                <a:ea typeface="맑은 고딕" pitchFamily="50" charset="-127"/>
              </a:rPr>
              <a:t>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388" y="4155926"/>
            <a:ext cx="403244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</a:t>
            </a:r>
          </a:p>
          <a:p>
            <a:pPr lvl="0"/>
            <a:r>
              <a:rPr lang="en-US" altLang="ko-KR" dirty="0"/>
              <a:t>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2699792" y="699542"/>
            <a:ext cx="3744416" cy="3744416"/>
            <a:chOff x="2699792" y="699542"/>
            <a:chExt cx="3744416" cy="3744416"/>
          </a:xfrm>
        </p:grpSpPr>
        <p:sp>
          <p:nvSpPr>
            <p:cNvPr id="2" name="Oval 1"/>
            <p:cNvSpPr/>
            <p:nvPr userDrawn="1"/>
          </p:nvSpPr>
          <p:spPr>
            <a:xfrm>
              <a:off x="2699792" y="699542"/>
              <a:ext cx="3744416" cy="3744416"/>
            </a:xfrm>
            <a:prstGeom prst="ellipse">
              <a:avLst/>
            </a:prstGeom>
            <a:solidFill>
              <a:schemeClr val="bg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 userDrawn="1"/>
          </p:nvSpPr>
          <p:spPr>
            <a:xfrm>
              <a:off x="2836962" y="836712"/>
              <a:ext cx="3470076" cy="3470076"/>
            </a:xfrm>
            <a:prstGeom prst="ellipse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5847953" y="984628"/>
            <a:ext cx="999728" cy="994953"/>
            <a:chOff x="6127601" y="487152"/>
            <a:chExt cx="999728" cy="994953"/>
          </a:xfrm>
        </p:grpSpPr>
        <p:sp>
          <p:nvSpPr>
            <p:cNvPr id="8" name="Oval 7"/>
            <p:cNvSpPr/>
            <p:nvPr userDrawn="1"/>
          </p:nvSpPr>
          <p:spPr>
            <a:xfrm>
              <a:off x="6127601" y="762025"/>
              <a:ext cx="720080" cy="720080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 userDrawn="1"/>
          </p:nvSpPr>
          <p:spPr>
            <a:xfrm>
              <a:off x="6847681" y="621668"/>
              <a:ext cx="279648" cy="279648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 userDrawn="1"/>
          </p:nvSpPr>
          <p:spPr>
            <a:xfrm>
              <a:off x="6475870" y="487152"/>
              <a:ext cx="139824" cy="13982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81230E9-ADC0-471E-BDB0-5ACBBA8A004A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DA05B43-AAB4-4F3E-ADC7-59CA7BD5D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8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619672" y="113953"/>
            <a:ext cx="752432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19672" y="690017"/>
            <a:ext cx="7524328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0647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5220072" y="-6824"/>
            <a:ext cx="3923928" cy="5150323"/>
          </a:xfrm>
          <a:custGeom>
            <a:avLst/>
            <a:gdLst>
              <a:gd name="connsiteX0" fmla="*/ 0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0 w 4572000"/>
              <a:gd name="connsiteY4" fmla="*/ 0 h 5143500"/>
              <a:gd name="connsiteX0" fmla="*/ 2217761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2217761 w 4572000"/>
              <a:gd name="connsiteY4" fmla="*/ 0 h 5143500"/>
              <a:gd name="connsiteX0" fmla="*/ 2354239 w 4572000"/>
              <a:gd name="connsiteY0" fmla="*/ 0 h 5157147"/>
              <a:gd name="connsiteX1" fmla="*/ 4572000 w 4572000"/>
              <a:gd name="connsiteY1" fmla="*/ 13647 h 5157147"/>
              <a:gd name="connsiteX2" fmla="*/ 4572000 w 4572000"/>
              <a:gd name="connsiteY2" fmla="*/ 5157147 h 5157147"/>
              <a:gd name="connsiteX3" fmla="*/ 0 w 4572000"/>
              <a:gd name="connsiteY3" fmla="*/ 5157147 h 5157147"/>
              <a:gd name="connsiteX4" fmla="*/ 2354239 w 4572000"/>
              <a:gd name="connsiteY4" fmla="*/ 0 h 5157147"/>
              <a:gd name="connsiteX0" fmla="*/ 2347415 w 4572000"/>
              <a:gd name="connsiteY0" fmla="*/ 0 h 5150323"/>
              <a:gd name="connsiteX1" fmla="*/ 4572000 w 4572000"/>
              <a:gd name="connsiteY1" fmla="*/ 6823 h 5150323"/>
              <a:gd name="connsiteX2" fmla="*/ 4572000 w 4572000"/>
              <a:gd name="connsiteY2" fmla="*/ 5150323 h 5150323"/>
              <a:gd name="connsiteX3" fmla="*/ 0 w 4572000"/>
              <a:gd name="connsiteY3" fmla="*/ 5150323 h 5150323"/>
              <a:gd name="connsiteX4" fmla="*/ 2347415 w 4572000"/>
              <a:gd name="connsiteY4" fmla="*/ 0 h 5150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5150323">
                <a:moveTo>
                  <a:pt x="2347415" y="0"/>
                </a:moveTo>
                <a:lnTo>
                  <a:pt x="4572000" y="6823"/>
                </a:lnTo>
                <a:lnTo>
                  <a:pt x="4572000" y="5150323"/>
                </a:lnTo>
                <a:lnTo>
                  <a:pt x="0" y="5150323"/>
                </a:lnTo>
                <a:lnTo>
                  <a:pt x="234741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96136" y="3651870"/>
            <a:ext cx="334786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96136" y="4397684"/>
            <a:ext cx="33478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88502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38848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639427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727659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815891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539552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539551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2639427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639426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4727659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4727658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6815891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815890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27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097" y="1059582"/>
            <a:ext cx="3816424" cy="358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40112" y="1188189"/>
            <a:ext cx="3511110" cy="2325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547204"/>
            <a:ext cx="2808312" cy="3400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8135" y="1685352"/>
            <a:ext cx="1619609" cy="250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2771800" y="3076575"/>
            <a:ext cx="2808312" cy="15834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5940152" y="3076575"/>
            <a:ext cx="2808312" cy="15834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78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0056" y="2282477"/>
            <a:ext cx="5002056" cy="254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17849" y="2623270"/>
            <a:ext cx="2398211" cy="1772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327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51520" y="210752"/>
            <a:ext cx="305983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69809" y="210752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369809" y="1795096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251520" y="3379104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751068" y="3379104"/>
            <a:ext cx="3024336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57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0" y="113953"/>
            <a:ext cx="856895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0017"/>
            <a:ext cx="856895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Rectangle 5"/>
          <p:cNvSpPr/>
          <p:nvPr userDrawn="1"/>
        </p:nvSpPr>
        <p:spPr>
          <a:xfrm flipH="1">
            <a:off x="4860032" y="1131590"/>
            <a:ext cx="4283968" cy="2880320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332704" y="0"/>
            <a:ext cx="3338624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328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39552" y="1448650"/>
            <a:ext cx="4680520" cy="32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219624" y="475565"/>
            <a:ext cx="3384000" cy="9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72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1399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3397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95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596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853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47951" y="2787774"/>
            <a:ext cx="3959992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47951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27657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27657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47951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4627665" y="2806575"/>
            <a:ext cx="3959992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26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987574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571750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2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0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1315361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899537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51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063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apes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50564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 userDrawn="1"/>
        </p:nvSpPr>
        <p:spPr>
          <a:xfrm rot="5400000">
            <a:off x="2286105" y="-398432"/>
            <a:ext cx="1332147" cy="590435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173610"/>
            <a:ext cx="4283968" cy="473576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647186"/>
            <a:ext cx="4283968" cy="2880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4608216" y="1977684"/>
            <a:ext cx="1152128" cy="115212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9" r:id="rId3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71" r:id="rId5"/>
    <p:sldLayoutId id="2147483655" r:id="rId6"/>
    <p:sldLayoutId id="2147483672" r:id="rId7"/>
    <p:sldLayoutId id="2147483675" r:id="rId8"/>
    <p:sldLayoutId id="2147483663" r:id="rId9"/>
    <p:sldLayoutId id="2147483674" r:id="rId10"/>
    <p:sldLayoutId id="2147483665" r:id="rId11"/>
    <p:sldLayoutId id="2147483666" r:id="rId12"/>
    <p:sldLayoutId id="2147483673" r:id="rId13"/>
    <p:sldLayoutId id="2147483669" r:id="rId14"/>
    <p:sldLayoutId id="2147483676" r:id="rId15"/>
    <p:sldLayoutId id="2147483668" r:id="rId16"/>
    <p:sldLayoutId id="2147483677" r:id="rId17"/>
    <p:sldLayoutId id="2147483656" r:id="rId18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219200" y="592869"/>
            <a:ext cx="6703214" cy="3949067"/>
            <a:chOff x="1219200" y="592869"/>
            <a:chExt cx="6703214" cy="3949067"/>
          </a:xfrm>
        </p:grpSpPr>
        <p:sp>
          <p:nvSpPr>
            <p:cNvPr id="19" name="Round Same Side Corner Rectangle 18"/>
            <p:cNvSpPr/>
            <p:nvPr/>
          </p:nvSpPr>
          <p:spPr>
            <a:xfrm rot="10800000">
              <a:off x="1219200" y="1055784"/>
              <a:ext cx="6703213" cy="3486152"/>
            </a:xfrm>
            <a:prstGeom prst="round2SameRect">
              <a:avLst>
                <a:gd name="adj1" fmla="val 3138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219201" y="592869"/>
              <a:ext cx="6703213" cy="457199"/>
              <a:chOff x="465338" y="228600"/>
              <a:chExt cx="8450062" cy="609599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65338" y="228600"/>
                <a:ext cx="8450062" cy="609599"/>
                <a:chOff x="465338" y="1066800"/>
                <a:chExt cx="8450062" cy="609599"/>
              </a:xfrm>
            </p:grpSpPr>
            <p:sp>
              <p:nvSpPr>
                <p:cNvPr id="18" name="Round Same Side Corner Rectangle 17"/>
                <p:cNvSpPr/>
                <p:nvPr/>
              </p:nvSpPr>
              <p:spPr>
                <a:xfrm>
                  <a:off x="465338" y="1066800"/>
                  <a:ext cx="8450062" cy="609599"/>
                </a:xfrm>
                <a:prstGeom prst="round2SameRect">
                  <a:avLst>
                    <a:gd name="adj1" fmla="val 8618"/>
                    <a:gd name="adj2" fmla="val 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611820" y="1295399"/>
                  <a:ext cx="137159" cy="137160"/>
                </a:xfrm>
                <a:prstGeom prst="ellipse">
                  <a:avLst/>
                </a:prstGeom>
                <a:solidFill>
                  <a:srgbClr val="F3650D"/>
                </a:solidFill>
                <a:ln>
                  <a:solidFill>
                    <a:srgbClr val="F3650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886286" y="1295396"/>
                  <a:ext cx="137159" cy="13716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1152616" y="1295399"/>
                  <a:ext cx="137159" cy="137160"/>
                </a:xfrm>
                <a:prstGeom prst="ellipse">
                  <a:avLst/>
                </a:prstGeom>
                <a:solidFill>
                  <a:srgbClr val="00FF00"/>
                </a:solidFill>
                <a:ln>
                  <a:solidFill>
                    <a:srgbClr val="00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1336554" y="1225476"/>
                  <a:ext cx="67076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spc="300" dirty="0">
                      <a:solidFill>
                        <a:schemeClr val="bg1"/>
                      </a:solidFill>
                      <a:latin typeface="Mistral" pitchFamily="66" charset="0"/>
                    </a:rPr>
                    <a:t>BERKENALAN DENGAN PEMROGRAMAN KOMPUTER</a:t>
                  </a:r>
                </a:p>
              </p:txBody>
            </p:sp>
          </p:grpSp>
          <p:cxnSp>
            <p:nvCxnSpPr>
              <p:cNvPr id="26" name="Straight Connector 25"/>
              <p:cNvCxnSpPr/>
              <p:nvPr/>
            </p:nvCxnSpPr>
            <p:spPr>
              <a:xfrm>
                <a:off x="8229600" y="228600"/>
                <a:ext cx="0" cy="609599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Round Same Side Corner Rectangle 12"/>
          <p:cNvSpPr/>
          <p:nvPr/>
        </p:nvSpPr>
        <p:spPr>
          <a:xfrm rot="10800000">
            <a:off x="1763223" y="1884122"/>
            <a:ext cx="5615162" cy="1829474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0023" y="1593622"/>
            <a:ext cx="601563" cy="601563"/>
          </a:xfrm>
          <a:prstGeom prst="ellips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6" name="Multiply 15"/>
          <p:cNvSpPr/>
          <p:nvPr/>
        </p:nvSpPr>
        <p:spPr>
          <a:xfrm>
            <a:off x="7564867" y="678591"/>
            <a:ext cx="182880" cy="274320"/>
          </a:xfrm>
          <a:prstGeom prst="mathMultiply">
            <a:avLst/>
          </a:prstGeom>
          <a:solidFill>
            <a:srgbClr val="CC0000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764401" y="2506472"/>
            <a:ext cx="56139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#17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KENAPA SAYA HARUS BELAJAR </a:t>
            </a:r>
          </a:p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PEMROGRAMAN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7410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11560" y="1083010"/>
            <a:ext cx="7632847" cy="300090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Mengasah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keterampilan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Critical Thinking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kemampuan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Problem Solving</a:t>
            </a:r>
            <a:endParaRPr lang="id-ID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Menambah wawasan tentang </a:t>
            </a:r>
            <a:r>
              <a:rPr lang="id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kompleks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nya dunia komputer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Membentuk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kepribadian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positif</a:t>
            </a:r>
            <a:endParaRPr lang="id-ID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Bisa menjadi penghasilan (peluang untuk bekerja lebih luas)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Mengasah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jiwa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id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Seni</a:t>
            </a:r>
            <a:endParaRPr lang="en-US" sz="2400" b="1" i="1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611560" y="409786"/>
            <a:ext cx="7632848" cy="457200"/>
            <a:chOff x="1219198" y="495711"/>
            <a:chExt cx="6703216" cy="457200"/>
          </a:xfrm>
        </p:grpSpPr>
        <p:sp>
          <p:nvSpPr>
            <p:cNvPr id="10" name="Rectangle 9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KENAPA SAYA HARUS BELAJAR PEMROGRAMAN?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9024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108CA98-4785-4486-8CEE-A3C0500A7E39}"/>
              </a:ext>
            </a:extLst>
          </p:cNvPr>
          <p:cNvGrpSpPr/>
          <p:nvPr/>
        </p:nvGrpSpPr>
        <p:grpSpPr>
          <a:xfrm>
            <a:off x="572475" y="2067694"/>
            <a:ext cx="7632848" cy="457200"/>
            <a:chOff x="572475" y="2067694"/>
            <a:chExt cx="7632848" cy="457200"/>
          </a:xfrm>
        </p:grpSpPr>
        <p:sp>
          <p:nvSpPr>
            <p:cNvPr id="15" name="Rectangle 14"/>
            <p:cNvSpPr/>
            <p:nvPr/>
          </p:nvSpPr>
          <p:spPr>
            <a:xfrm>
              <a:off x="572475" y="2067694"/>
              <a:ext cx="7632848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SENI ADALAH LEDAKAN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4620240" y="2139702"/>
              <a:ext cx="2232248" cy="3172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600"/>
                </a:spcBef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PEMROGRAMAN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645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ver and End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3727</TotalTime>
  <Words>53</Words>
  <Application>Microsoft Office PowerPoint</Application>
  <PresentationFormat>On-screen Show (16:9)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Mistral</vt:lpstr>
      <vt:lpstr>Montserrat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ekyzupaldry@gmail.com</cp:lastModifiedBy>
  <cp:revision>401</cp:revision>
  <dcterms:created xsi:type="dcterms:W3CDTF">2016-12-05T23:26:54Z</dcterms:created>
  <dcterms:modified xsi:type="dcterms:W3CDTF">2023-06-25T16:51:16Z</dcterms:modified>
</cp:coreProperties>
</file>