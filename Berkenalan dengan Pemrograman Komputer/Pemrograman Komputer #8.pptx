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3"/>
  </p:notesMasterIdLst>
  <p:handoutMasterIdLst>
    <p:handoutMasterId r:id="rId14"/>
  </p:handoutMasterIdLst>
  <p:sldIdLst>
    <p:sldId id="278" r:id="rId4"/>
    <p:sldId id="282" r:id="rId5"/>
    <p:sldId id="294" r:id="rId6"/>
    <p:sldId id="296" r:id="rId7"/>
    <p:sldId id="298" r:id="rId8"/>
    <p:sldId id="300" r:id="rId9"/>
    <p:sldId id="301" r:id="rId10"/>
    <p:sldId id="302" r:id="rId11"/>
    <p:sldId id="299" r:id="rId1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#8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WEB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WEB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PROGRAMMING)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10000"/>
              </a:lnSpc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halaman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website</a:t>
            </a:r>
          </a:p>
          <a:p>
            <a:pPr indent="288925">
              <a:lnSpc>
                <a:spcPct val="110000"/>
              </a:lnSpc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Website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seperti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google.com, wikipedia.com,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dll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</a:t>
            </a:r>
          </a:p>
          <a:p>
            <a:pPr marL="285750" indent="-285750">
              <a:lnSpc>
                <a:spcPct val="110000"/>
              </a:lnSpc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Orang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Web Programmer (Web Developer)</a:t>
            </a:r>
          </a:p>
          <a:p>
            <a:pPr marL="285750" indent="-285750">
              <a:lnSpc>
                <a:spcPct val="110000"/>
              </a:lnSpc>
              <a:buFont typeface="Arial" pitchFamily="34" charset="0"/>
              <a:buChar char="•"/>
              <a:tabLst>
                <a:tab pos="4114800" algn="l"/>
                <a:tab pos="4229100" algn="l"/>
              </a:tabLs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Adapun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beberapa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dapat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 Programming :</a:t>
            </a:r>
          </a:p>
          <a:p>
            <a:pPr marL="631825" lvl="1" indent="-228600">
              <a:lnSpc>
                <a:spcPct val="110000"/>
              </a:lnSpc>
              <a:buFont typeface="+mj-lt"/>
              <a:buAutoNum type="arabicPeriod"/>
              <a:tabLst>
                <a:tab pos="3314700" algn="l"/>
                <a:tab pos="3429000" algn="l"/>
                <a:tab pos="3489325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HTML (Hypertext Markup Language)	:	</a:t>
            </a:r>
            <a:r>
              <a:rPr lang="en-ID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Markup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Language </a:t>
            </a:r>
            <a:r>
              <a:rPr lang="en-ID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bukan</a:t>
            </a:r>
            <a:r>
              <a:rPr lang="en-ID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Language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31825" lvl="1" indent="-228600">
              <a:lnSpc>
                <a:spcPct val="110000"/>
              </a:lnSpc>
              <a:buFont typeface="+mj-lt"/>
              <a:buAutoNum type="arabicPeriod"/>
              <a:tabLst>
                <a:tab pos="3314700" algn="l"/>
                <a:tab pos="3429000" algn="l"/>
                <a:tab pos="3489325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CSS (Cascading Style Sheet)	:	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Style Sheet Language </a:t>
            </a:r>
            <a:r>
              <a:rPr lang="en-ID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bukan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Programming Language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31825" lvl="1" indent="-228600">
              <a:lnSpc>
                <a:spcPct val="110000"/>
              </a:lnSpc>
              <a:buFont typeface="+mj-lt"/>
              <a:buAutoNum type="arabicPeriod"/>
              <a:tabLst>
                <a:tab pos="3314700" algn="l"/>
                <a:tab pos="3429000" algn="l"/>
                <a:tab pos="3489325" algn="l"/>
              </a:tabLst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Javascript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	:	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Language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31825" lvl="1" indent="-228600">
              <a:lnSpc>
                <a:spcPct val="110000"/>
              </a:lnSpc>
              <a:buFont typeface="+mj-lt"/>
              <a:buAutoNum type="arabicPeriod"/>
              <a:tabLst>
                <a:tab pos="3314700" algn="l"/>
                <a:tab pos="3429000" algn="l"/>
                <a:tab pos="3489325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PHP (</a:t>
            </a: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PHP:Hypertext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Preprocessor)	:	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Language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31825" lvl="1" indent="-228600">
              <a:lnSpc>
                <a:spcPct val="110000"/>
              </a:lnSpc>
              <a:buFont typeface="+mj-lt"/>
              <a:buAutoNum type="arabicPeriod"/>
              <a:tabLst>
                <a:tab pos="3314700" algn="l"/>
                <a:tab pos="3429000" algn="l"/>
                <a:tab pos="3489325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Python	:	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Language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31825" lvl="1" indent="-228600">
              <a:lnSpc>
                <a:spcPct val="110000"/>
              </a:lnSpc>
              <a:buFont typeface="+mj-lt"/>
              <a:buAutoNum type="arabicPeriod"/>
              <a:tabLst>
                <a:tab pos="3314700" algn="l"/>
                <a:tab pos="3429000" algn="l"/>
                <a:tab pos="3489325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Ruby	:	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Language</a:t>
            </a:r>
          </a:p>
          <a:p>
            <a:pPr marL="631825" lvl="1" indent="-228600">
              <a:lnSpc>
                <a:spcPct val="110000"/>
              </a:lnSpc>
              <a:buFont typeface="+mj-lt"/>
              <a:buAutoNum type="arabicPeriod"/>
              <a:tabLst>
                <a:tab pos="3314700" algn="l"/>
                <a:tab pos="3429000" algn="l"/>
                <a:tab pos="3489325" algn="l"/>
              </a:tabLst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Golang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	:	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Language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631825" lvl="1" indent="-228600">
              <a:lnSpc>
                <a:spcPct val="110000"/>
              </a:lnSpc>
              <a:buFont typeface="+mj-lt"/>
              <a:buAutoNum type="arabicPeriod"/>
              <a:tabLst>
                <a:tab pos="3314700" algn="l"/>
                <a:tab pos="3429000" algn="l"/>
                <a:tab pos="3489325" algn="l"/>
              </a:tabLst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	:	</a:t>
            </a:r>
            <a:r>
              <a:rPr lang="en-ID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Programming Language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 WEB (WEB PROGRAMMING)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390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 2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kategori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 Programming :</a:t>
            </a:r>
          </a:p>
          <a:p>
            <a:pPr marL="228600" lvl="0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Client Side Scripting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: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dimana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semua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228600" lvl="0">
              <a:lnSpc>
                <a:spcPct val="110000"/>
              </a:lnSpc>
              <a:spcAft>
                <a:spcPts val="600"/>
              </a:spcAf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pemrosesan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datanya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terjadi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klien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Beberapa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termasuk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Client Side    Scripting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ini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HTML, CSS,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Javascript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28600" lvl="0" indent="-228600">
              <a:lnSpc>
                <a:spcPct val="110000"/>
              </a:lnSpc>
              <a:buFont typeface="+mj-lt"/>
              <a:buAutoNum type="arabicPeriod" startAt="2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Server Side Scripting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: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dimana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semua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228600" lvl="0">
              <a:lnSpc>
                <a:spcPct val="110000"/>
              </a:lnSpc>
              <a:spcAft>
                <a:spcPts val="600"/>
              </a:spcAft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pemrosesan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datanya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terjadi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server.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Beberapa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termasuk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dalam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Server Side    Scripting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ini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PHP,  Python, Ruby,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Golang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Java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PEMROGRAMAN WEB (WEB PROGRAMMING)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08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membuat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halaman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website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tampilan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173038"/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interaksinya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dengan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pengguna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71450" indent="-1714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Orang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Front End Programmer (Front End Developer)</a:t>
            </a:r>
          </a:p>
          <a:p>
            <a:pPr marL="171450" indent="-1714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oleh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Front End Programmer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Client Side Scripting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FRONT END PROGRAMMING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011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mengelola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halaman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website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servernya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yakni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database dan proses-proses lain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terjadi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belakang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layar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BACK END PROGRAMMING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704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866986"/>
            <a:ext cx="7632847" cy="3000908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479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866985"/>
            <a:ext cx="6696744" cy="329962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536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Aktivitas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bertujuan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mengelola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halaman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website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sisi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servernya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yakni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database dan proses-proses lain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terjadi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belakang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layer</a:t>
            </a:r>
          </a:p>
          <a:p>
            <a:pPr marL="171450" indent="-1714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Orang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melakukannya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disebut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Back End Programmer (Back End Developer)</a:t>
            </a:r>
          </a:p>
          <a:p>
            <a:pPr marL="171450" indent="-17145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yang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oleh Back End Programmer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Server Side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Scripting</a:t>
            </a:r>
          </a:p>
          <a:p>
            <a:pPr marL="171450" indent="-171450">
              <a:spcBef>
                <a:spcPts val="600"/>
              </a:spcBef>
              <a:buFont typeface="Arial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BACK END PROGRAMMING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241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572475" y="2067694"/>
            <a:ext cx="763284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FULL STACK PROGRAMMER (FULL STACK DEVELOPER)</a:t>
            </a:r>
          </a:p>
        </p:txBody>
      </p:sp>
    </p:spTree>
    <p:extLst>
      <p:ext uri="{BB962C8B-B14F-4D97-AF65-F5344CB8AC3E}">
        <p14:creationId xmlns:p14="http://schemas.microsoft.com/office/powerpoint/2010/main" val="161429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343</Words>
  <Application>Microsoft Office PowerPoint</Application>
  <PresentationFormat>On-screen Show (16:9)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381</cp:revision>
  <dcterms:created xsi:type="dcterms:W3CDTF">2016-12-05T23:26:54Z</dcterms:created>
  <dcterms:modified xsi:type="dcterms:W3CDTF">2023-06-25T16:48:28Z</dcterms:modified>
</cp:coreProperties>
</file>