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7"/>
  </p:notesMasterIdLst>
  <p:handoutMasterIdLst>
    <p:handoutMasterId r:id="rId8"/>
  </p:handoutMasterIdLst>
  <p:sldIdLst>
    <p:sldId id="278" r:id="rId4"/>
    <p:sldId id="279" r:id="rId5"/>
    <p:sldId id="282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22" autoAdjust="0"/>
  </p:normalViewPr>
  <p:slideViewPr>
    <p:cSldViewPr>
      <p:cViewPr varScale="1">
        <p:scale>
          <a:sx n="87" d="100"/>
          <a:sy n="87" d="100"/>
        </p:scale>
        <p:origin x="162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#4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KENAPA ADA BANYAK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BAHASA </a:t>
            </a:r>
          </a:p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51566" y="2001207"/>
            <a:ext cx="4443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DAFTAR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BAHASA PEMROGRAMAN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648980" y="2482974"/>
            <a:ext cx="4248472" cy="304800"/>
            <a:chOff x="2385800" y="2998937"/>
            <a:chExt cx="3987536" cy="304800"/>
          </a:xfrm>
        </p:grpSpPr>
        <p:sp>
          <p:nvSpPr>
            <p:cNvPr id="7" name="Rectangle 6"/>
            <p:cNvSpPr/>
            <p:nvPr/>
          </p:nvSpPr>
          <p:spPr>
            <a:xfrm>
              <a:off x="2385800" y="2998937"/>
              <a:ext cx="3987536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rPr>
                <a:t>https://id.wikipedia.org/wiki/Daftar_bahasa_pemrograman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6019800" y="2998937"/>
              <a:ext cx="0" cy="30480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/>
            <p:cNvGrpSpPr/>
            <p:nvPr/>
          </p:nvGrpSpPr>
          <p:grpSpPr>
            <a:xfrm>
              <a:off x="6103785" y="3068380"/>
              <a:ext cx="163905" cy="119327"/>
              <a:chOff x="5295073" y="3220780"/>
              <a:chExt cx="163905" cy="119327"/>
            </a:xfrm>
          </p:grpSpPr>
          <p:sp>
            <p:nvSpPr>
              <p:cNvPr id="13" name="Oval 12"/>
              <p:cNvSpPr/>
              <p:nvPr/>
            </p:nvSpPr>
            <p:spPr>
              <a:xfrm rot="2700000">
                <a:off x="5356107" y="3220780"/>
                <a:ext cx="102871" cy="102871"/>
              </a:xfrm>
              <a:prstGeom prst="ellipse">
                <a:avLst/>
              </a:pr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 rot="2700000">
                <a:off x="5373253" y="3237925"/>
                <a:ext cx="68581" cy="68581"/>
              </a:xfrm>
              <a:prstGeom prst="ellipse">
                <a:avLst/>
              </a:pr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>
                <a:stCxn id="13" idx="4"/>
              </p:cNvCxnSpPr>
              <p:nvPr/>
            </p:nvCxnSpPr>
            <p:spPr>
              <a:xfrm rot="2700000">
                <a:off x="5339651" y="3295529"/>
                <a:ext cx="0" cy="89155"/>
              </a:xfrm>
              <a:prstGeom prst="line">
                <a:avLst/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8759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3762" y="2211710"/>
            <a:ext cx="6703215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itchFamily="34" charset="0"/>
              <a:buChar char="•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Banyak orang yang berusaha membuat maupun mengembangkan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Pemrograman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Kebutuhan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pembuatan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Program/Aplikasi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yang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beragam</a:t>
            </a:r>
            <a:endParaRPr lang="id-ID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Perilaku perangkat elektronik yang berbeda-beda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13762" y="1538486"/>
            <a:ext cx="6703216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KENAPA ADA BANYAK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BAHASA PEMROGRAMAN?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390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3317</TotalTime>
  <Words>57</Words>
  <Application>Microsoft Office PowerPoint</Application>
  <PresentationFormat>On-screen Show (16:9)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194</cp:revision>
  <dcterms:created xsi:type="dcterms:W3CDTF">2016-12-05T23:26:54Z</dcterms:created>
  <dcterms:modified xsi:type="dcterms:W3CDTF">2023-06-25T16:44:41Z</dcterms:modified>
</cp:coreProperties>
</file>