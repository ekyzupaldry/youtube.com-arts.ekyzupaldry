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6"/>
  </p:notesMasterIdLst>
  <p:handoutMasterIdLst>
    <p:handoutMasterId r:id="rId7"/>
  </p:handoutMasterIdLst>
  <p:sldIdLst>
    <p:sldId id="278" r:id="rId4"/>
    <p:sldId id="285" r:id="rId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 varScale="1">
        <p:scale>
          <a:sx n="87" d="100"/>
          <a:sy n="87" d="100"/>
        </p:scale>
        <p:origin x="210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014" y="2506472"/>
            <a:ext cx="5179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#6 BAHASA PEMROGRAMAN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MANA YANG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HARUS SAYA PELAJARI TERLEBIH DAHULU?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866232" y="1860054"/>
            <a:ext cx="3594200" cy="944488"/>
            <a:chOff x="3779912" y="2276799"/>
            <a:chExt cx="3594200" cy="1143744"/>
          </a:xfrm>
        </p:grpSpPr>
        <p:sp>
          <p:nvSpPr>
            <p:cNvPr id="18" name="Rectangle 17"/>
            <p:cNvSpPr/>
            <p:nvPr/>
          </p:nvSpPr>
          <p:spPr>
            <a:xfrm>
              <a:off x="3779912" y="2429199"/>
              <a:ext cx="3594200" cy="9913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WHAT? WHO? WHEN? WHERE? HOW?</a:t>
              </a:r>
              <a:endParaRPr lang="id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08512" y="2276799"/>
              <a:ext cx="2435696" cy="30773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14300"/>
              <a:r>
                <a:rPr lang="en-US" sz="1200" b="1" dirty="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BAHASA INGGRIS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115616" y="1860054"/>
            <a:ext cx="3594200" cy="944488"/>
            <a:chOff x="3779912" y="2276799"/>
            <a:chExt cx="3594200" cy="1143744"/>
          </a:xfrm>
        </p:grpSpPr>
        <p:sp>
          <p:nvSpPr>
            <p:cNvPr id="9" name="Rectangle 8"/>
            <p:cNvSpPr/>
            <p:nvPr/>
          </p:nvSpPr>
          <p:spPr>
            <a:xfrm>
              <a:off x="3779912" y="2429199"/>
              <a:ext cx="3594200" cy="9913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APA? SIAPA? KAPAN? DIMANA? BAGAIMANA?</a:t>
              </a:r>
              <a:endParaRPr lang="id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008512" y="2276799"/>
              <a:ext cx="2435696" cy="30773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14300"/>
              <a:r>
                <a:rPr lang="en-US" sz="1200" b="1" dirty="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BAHASA INDONESIA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138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3385</TotalTime>
  <Words>40</Words>
  <Application>Microsoft Office PowerPoint</Application>
  <PresentationFormat>On-screen Show (16:9)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217</cp:revision>
  <dcterms:created xsi:type="dcterms:W3CDTF">2016-12-05T23:26:54Z</dcterms:created>
  <dcterms:modified xsi:type="dcterms:W3CDTF">2023-06-25T16:46:59Z</dcterms:modified>
</cp:coreProperties>
</file>