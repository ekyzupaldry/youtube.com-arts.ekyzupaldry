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53" r:id="rId3"/>
  </p:sldMasterIdLst>
  <p:notesMasterIdLst>
    <p:notesMasterId r:id="rId6"/>
  </p:notesMasterIdLst>
  <p:handoutMasterIdLst>
    <p:handoutMasterId r:id="rId7"/>
  </p:handoutMasterIdLst>
  <p:sldIdLst>
    <p:sldId id="278" r:id="rId4"/>
    <p:sldId id="295" r:id="rId5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93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F214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59" autoAdjust="0"/>
    <p:restoredTop sz="94622" autoAdjust="0"/>
  </p:normalViewPr>
  <p:slideViewPr>
    <p:cSldViewPr>
      <p:cViewPr varScale="1">
        <p:scale>
          <a:sx n="87" d="100"/>
          <a:sy n="87" d="100"/>
        </p:scale>
        <p:origin x="558" y="84"/>
      </p:cViewPr>
      <p:guideLst>
        <p:guide orient="horz" pos="1620"/>
        <p:guide pos="2880"/>
        <p:guide orient="horz" pos="193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2.xml"/><Relationship Id="rId1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E2DC96-A95D-46CF-90D0-C44C79A86FE7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RAKYAT NGODING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827B3F-43CE-49AD-B1CB-5A5B3501A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970653"/>
      </p:ext>
    </p:extLst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44AD1-7E96-455A-8C7F-605A7DD0F917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RAKYAT NGODING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EDC514-9E28-441F-BF04-3DE8912E9F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062478"/>
      </p:ext>
    </p:extLst>
  </p:cSld>
  <p:clrMap bg1="lt1" tx1="dk1" bg2="lt2" tx2="dk2" accent1="accent1" accent2="accent2" accent3="accent3" accent4="accent4" accent5="accent5" accent6="accent6" hlink="hlink" folHlink="folHlink"/>
  <p:hf sldNum="0"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95536" y="3003798"/>
            <a:ext cx="4032448" cy="1152129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>
                <a:ea typeface="맑은 고딕" pitchFamily="50" charset="-127"/>
              </a:rPr>
              <a:t>FREE PPT </a:t>
            </a:r>
          </a:p>
          <a:p>
            <a:pPr lvl="0"/>
            <a:r>
              <a:rPr lang="en-US" altLang="ko-KR" dirty="0">
                <a:ea typeface="맑은 고딕" pitchFamily="50" charset="-127"/>
              </a:rPr>
              <a:t>TEMPLATES</a:t>
            </a:r>
            <a:endParaRPr lang="en-US" altLang="ko-KR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95388" y="4155926"/>
            <a:ext cx="4032448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INSTERT THE TITLE</a:t>
            </a:r>
          </a:p>
          <a:p>
            <a:pPr lvl="0"/>
            <a:r>
              <a:rPr lang="en-US" altLang="ko-KR" dirty="0"/>
              <a:t>OF YOUR PRESENTATION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2736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2699792" y="699542"/>
            <a:ext cx="3744416" cy="3744416"/>
            <a:chOff x="2699792" y="699542"/>
            <a:chExt cx="3744416" cy="3744416"/>
          </a:xfrm>
        </p:grpSpPr>
        <p:sp>
          <p:nvSpPr>
            <p:cNvPr id="2" name="Oval 1"/>
            <p:cNvSpPr/>
            <p:nvPr userDrawn="1"/>
          </p:nvSpPr>
          <p:spPr>
            <a:xfrm>
              <a:off x="2699792" y="699542"/>
              <a:ext cx="3744416" cy="3744416"/>
            </a:xfrm>
            <a:prstGeom prst="ellipse">
              <a:avLst/>
            </a:prstGeom>
            <a:solidFill>
              <a:schemeClr val="bg1">
                <a:alpha val="3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/>
            <p:cNvSpPr/>
            <p:nvPr userDrawn="1"/>
          </p:nvSpPr>
          <p:spPr>
            <a:xfrm>
              <a:off x="2836962" y="836712"/>
              <a:ext cx="3470076" cy="3470076"/>
            </a:xfrm>
            <a:prstGeom prst="ellipse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" name="Group 3"/>
          <p:cNvGrpSpPr/>
          <p:nvPr userDrawn="1"/>
        </p:nvGrpSpPr>
        <p:grpSpPr>
          <a:xfrm>
            <a:off x="5847953" y="984628"/>
            <a:ext cx="999728" cy="994953"/>
            <a:chOff x="6127601" y="487152"/>
            <a:chExt cx="999728" cy="994953"/>
          </a:xfrm>
        </p:grpSpPr>
        <p:sp>
          <p:nvSpPr>
            <p:cNvPr id="8" name="Oval 7"/>
            <p:cNvSpPr/>
            <p:nvPr userDrawn="1"/>
          </p:nvSpPr>
          <p:spPr>
            <a:xfrm>
              <a:off x="6127601" y="762025"/>
              <a:ext cx="720080" cy="720080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/>
            <p:cNvSpPr/>
            <p:nvPr userDrawn="1"/>
          </p:nvSpPr>
          <p:spPr>
            <a:xfrm>
              <a:off x="6847681" y="621668"/>
              <a:ext cx="279648" cy="279648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 userDrawn="1"/>
          </p:nvSpPr>
          <p:spPr>
            <a:xfrm>
              <a:off x="6475870" y="487152"/>
              <a:ext cx="139824" cy="139824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22477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2" y="1597821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781230E9-ADC0-471E-BDB0-5ACBBA8A004A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2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1DA05B43-AAB4-4F3E-ADC7-59CA7BD5D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481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5712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0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1619672" y="113953"/>
            <a:ext cx="7524328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619672" y="690017"/>
            <a:ext cx="7524328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006474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chemeClr val="tx1">
              <a:lumMod val="75000"/>
              <a:lumOff val="25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5220072" y="-6824"/>
            <a:ext cx="3923928" cy="5150323"/>
          </a:xfrm>
          <a:custGeom>
            <a:avLst/>
            <a:gdLst>
              <a:gd name="connsiteX0" fmla="*/ 0 w 4572000"/>
              <a:gd name="connsiteY0" fmla="*/ 0 h 5143500"/>
              <a:gd name="connsiteX1" fmla="*/ 4572000 w 4572000"/>
              <a:gd name="connsiteY1" fmla="*/ 0 h 5143500"/>
              <a:gd name="connsiteX2" fmla="*/ 4572000 w 4572000"/>
              <a:gd name="connsiteY2" fmla="*/ 5143500 h 5143500"/>
              <a:gd name="connsiteX3" fmla="*/ 0 w 4572000"/>
              <a:gd name="connsiteY3" fmla="*/ 5143500 h 5143500"/>
              <a:gd name="connsiteX4" fmla="*/ 0 w 4572000"/>
              <a:gd name="connsiteY4" fmla="*/ 0 h 5143500"/>
              <a:gd name="connsiteX0" fmla="*/ 2217761 w 4572000"/>
              <a:gd name="connsiteY0" fmla="*/ 0 h 5143500"/>
              <a:gd name="connsiteX1" fmla="*/ 4572000 w 4572000"/>
              <a:gd name="connsiteY1" fmla="*/ 0 h 5143500"/>
              <a:gd name="connsiteX2" fmla="*/ 4572000 w 4572000"/>
              <a:gd name="connsiteY2" fmla="*/ 5143500 h 5143500"/>
              <a:gd name="connsiteX3" fmla="*/ 0 w 4572000"/>
              <a:gd name="connsiteY3" fmla="*/ 5143500 h 5143500"/>
              <a:gd name="connsiteX4" fmla="*/ 2217761 w 4572000"/>
              <a:gd name="connsiteY4" fmla="*/ 0 h 5143500"/>
              <a:gd name="connsiteX0" fmla="*/ 2354239 w 4572000"/>
              <a:gd name="connsiteY0" fmla="*/ 0 h 5157147"/>
              <a:gd name="connsiteX1" fmla="*/ 4572000 w 4572000"/>
              <a:gd name="connsiteY1" fmla="*/ 13647 h 5157147"/>
              <a:gd name="connsiteX2" fmla="*/ 4572000 w 4572000"/>
              <a:gd name="connsiteY2" fmla="*/ 5157147 h 5157147"/>
              <a:gd name="connsiteX3" fmla="*/ 0 w 4572000"/>
              <a:gd name="connsiteY3" fmla="*/ 5157147 h 5157147"/>
              <a:gd name="connsiteX4" fmla="*/ 2354239 w 4572000"/>
              <a:gd name="connsiteY4" fmla="*/ 0 h 5157147"/>
              <a:gd name="connsiteX0" fmla="*/ 2347415 w 4572000"/>
              <a:gd name="connsiteY0" fmla="*/ 0 h 5150323"/>
              <a:gd name="connsiteX1" fmla="*/ 4572000 w 4572000"/>
              <a:gd name="connsiteY1" fmla="*/ 6823 h 5150323"/>
              <a:gd name="connsiteX2" fmla="*/ 4572000 w 4572000"/>
              <a:gd name="connsiteY2" fmla="*/ 5150323 h 5150323"/>
              <a:gd name="connsiteX3" fmla="*/ 0 w 4572000"/>
              <a:gd name="connsiteY3" fmla="*/ 5150323 h 5150323"/>
              <a:gd name="connsiteX4" fmla="*/ 2347415 w 4572000"/>
              <a:gd name="connsiteY4" fmla="*/ 0 h 5150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5150323">
                <a:moveTo>
                  <a:pt x="2347415" y="0"/>
                </a:moveTo>
                <a:lnTo>
                  <a:pt x="4572000" y="6823"/>
                </a:lnTo>
                <a:lnTo>
                  <a:pt x="4572000" y="5150323"/>
                </a:lnTo>
                <a:lnTo>
                  <a:pt x="0" y="5150323"/>
                </a:lnTo>
                <a:lnTo>
                  <a:pt x="2347415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796136" y="3651870"/>
            <a:ext cx="3347864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0" baseline="0">
                <a:solidFill>
                  <a:schemeClr val="accent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796136" y="4397684"/>
            <a:ext cx="3347864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accent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2885026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38848" y="1874875"/>
            <a:ext cx="1764704" cy="170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2639427" y="1874875"/>
            <a:ext cx="1764704" cy="170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4727659" y="1874875"/>
            <a:ext cx="1764704" cy="170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6815891" y="1874875"/>
            <a:ext cx="1764704" cy="170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3" name="Rectangle 2"/>
          <p:cNvSpPr/>
          <p:nvPr userDrawn="1"/>
        </p:nvSpPr>
        <p:spPr>
          <a:xfrm>
            <a:off x="539552" y="1347614"/>
            <a:ext cx="1764000" cy="5269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539551" y="1347614"/>
            <a:ext cx="1140485" cy="52690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Rectangle 13"/>
          <p:cNvSpPr/>
          <p:nvPr userDrawn="1"/>
        </p:nvSpPr>
        <p:spPr>
          <a:xfrm>
            <a:off x="2639427" y="1347614"/>
            <a:ext cx="1764000" cy="52690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Rectangle 14"/>
          <p:cNvSpPr/>
          <p:nvPr userDrawn="1"/>
        </p:nvSpPr>
        <p:spPr>
          <a:xfrm>
            <a:off x="2639426" y="1347614"/>
            <a:ext cx="1140485" cy="5269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4727659" y="1347614"/>
            <a:ext cx="1764000" cy="5269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Rectangle 16"/>
          <p:cNvSpPr/>
          <p:nvPr userDrawn="1"/>
        </p:nvSpPr>
        <p:spPr>
          <a:xfrm>
            <a:off x="4727658" y="1347614"/>
            <a:ext cx="1140485" cy="52690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Rectangle 17"/>
          <p:cNvSpPr/>
          <p:nvPr userDrawn="1"/>
        </p:nvSpPr>
        <p:spPr>
          <a:xfrm>
            <a:off x="6815891" y="1347614"/>
            <a:ext cx="1764000" cy="52690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Rectangle 18"/>
          <p:cNvSpPr/>
          <p:nvPr userDrawn="1"/>
        </p:nvSpPr>
        <p:spPr>
          <a:xfrm>
            <a:off x="6815890" y="1347614"/>
            <a:ext cx="1140485" cy="5269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3279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Picture 2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6097" y="1059582"/>
            <a:ext cx="3816424" cy="3589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140112" y="1188189"/>
            <a:ext cx="3511110" cy="23258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15967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2" descr="D:\Fullppt\PNG이미지\핸드폰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1547204"/>
            <a:ext cx="2808312" cy="3400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648135" y="1685352"/>
            <a:ext cx="1619609" cy="25017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2771800" y="3076575"/>
            <a:ext cx="2808312" cy="15834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5940152" y="3076575"/>
            <a:ext cx="2808312" cy="15834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1784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D:\Fullppt\005-PNG이미지\노트북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30056" y="2282477"/>
            <a:ext cx="5002056" cy="2544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17849" y="2623270"/>
            <a:ext cx="2398211" cy="17729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03276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251520" y="210752"/>
            <a:ext cx="3059832" cy="30963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3369809" y="210752"/>
            <a:ext cx="1405595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369809" y="1795096"/>
            <a:ext cx="1405595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251520" y="3379104"/>
            <a:ext cx="1405595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1751068" y="3379104"/>
            <a:ext cx="3024336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2570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chemeClr val="tx1">
              <a:lumMod val="75000"/>
              <a:lumOff val="25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51520" y="113953"/>
            <a:ext cx="8568952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accent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690017"/>
            <a:ext cx="8568952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accent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6" name="Rectangle 5"/>
          <p:cNvSpPr/>
          <p:nvPr userDrawn="1"/>
        </p:nvSpPr>
        <p:spPr>
          <a:xfrm flipH="1">
            <a:off x="4860032" y="1131590"/>
            <a:ext cx="4283968" cy="2880320"/>
          </a:xfrm>
          <a:prstGeom prst="rect">
            <a:avLst/>
          </a:prstGeom>
          <a:solidFill>
            <a:schemeClr val="accent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332704" y="0"/>
            <a:ext cx="3338624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23283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39552" y="1448650"/>
            <a:ext cx="4680520" cy="324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219624" y="475565"/>
            <a:ext cx="3384000" cy="9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2728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4139952" y="555525"/>
            <a:ext cx="1650297" cy="40484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2339752" y="555525"/>
            <a:ext cx="1650297" cy="40484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539552" y="555525"/>
            <a:ext cx="1650297" cy="40484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35964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853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547951" y="2787774"/>
            <a:ext cx="3959992" cy="54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47951" y="1291508"/>
            <a:ext cx="3960000" cy="1404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627657" y="3415796"/>
            <a:ext cx="3960000" cy="1404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627657" y="1291508"/>
            <a:ext cx="3960000" cy="1404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47951" y="3415796"/>
            <a:ext cx="3960000" cy="1404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20" name="Rectangle 19"/>
          <p:cNvSpPr/>
          <p:nvPr userDrawn="1"/>
        </p:nvSpPr>
        <p:spPr>
          <a:xfrm>
            <a:off x="4627665" y="2806575"/>
            <a:ext cx="3959992" cy="54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5261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81632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23528" y="987574"/>
            <a:ext cx="4176464" cy="22322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644008" y="2571750"/>
            <a:ext cx="4176464" cy="22322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520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0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23528" y="1315361"/>
            <a:ext cx="4176464" cy="19442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644008" y="2899537"/>
            <a:ext cx="4176464" cy="19442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52514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0633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hapes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42646" y="92609"/>
            <a:ext cx="8679898" cy="5431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5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Fully Editable Shapes</a:t>
            </a:r>
          </a:p>
        </p:txBody>
      </p:sp>
    </p:spTree>
    <p:extLst>
      <p:ext uri="{BB962C8B-B14F-4D97-AF65-F5344CB8AC3E}">
        <p14:creationId xmlns:p14="http://schemas.microsoft.com/office/powerpoint/2010/main" val="505649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354008" y="1131589"/>
            <a:ext cx="2849840" cy="364917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8182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 Same Side Corner Rectangle 3"/>
          <p:cNvSpPr/>
          <p:nvPr userDrawn="1"/>
        </p:nvSpPr>
        <p:spPr>
          <a:xfrm rot="5400000">
            <a:off x="2286105" y="-398432"/>
            <a:ext cx="1332147" cy="590435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173610"/>
            <a:ext cx="4283968" cy="473576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2647186"/>
            <a:ext cx="4283968" cy="288032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6" name="Oval 5"/>
          <p:cNvSpPr/>
          <p:nvPr userDrawn="1"/>
        </p:nvSpPr>
        <p:spPr>
          <a:xfrm>
            <a:off x="4608216" y="1977684"/>
            <a:ext cx="1152128" cy="1152128"/>
          </a:xfrm>
          <a:prstGeom prst="ellipse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235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5.xml"/><Relationship Id="rId16" Type="http://schemas.openxmlformats.org/officeDocument/2006/relationships/slideLayout" Target="../slideLayouts/slideLayout19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3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683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9" r:id="rId3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7555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2" r:id="rId2"/>
    <p:sldLayoutId id="2147483660" r:id="rId3"/>
    <p:sldLayoutId id="2147483661" r:id="rId4"/>
    <p:sldLayoutId id="2147483671" r:id="rId5"/>
    <p:sldLayoutId id="2147483655" r:id="rId6"/>
    <p:sldLayoutId id="2147483672" r:id="rId7"/>
    <p:sldLayoutId id="2147483675" r:id="rId8"/>
    <p:sldLayoutId id="2147483663" r:id="rId9"/>
    <p:sldLayoutId id="2147483674" r:id="rId10"/>
    <p:sldLayoutId id="2147483665" r:id="rId11"/>
    <p:sldLayoutId id="2147483666" r:id="rId12"/>
    <p:sldLayoutId id="2147483673" r:id="rId13"/>
    <p:sldLayoutId id="2147483669" r:id="rId14"/>
    <p:sldLayoutId id="2147483676" r:id="rId15"/>
    <p:sldLayoutId id="2147483668" r:id="rId16"/>
    <p:sldLayoutId id="2147483677" r:id="rId17"/>
    <p:sldLayoutId id="2147483656" r:id="rId18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4710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1219200" y="592869"/>
            <a:ext cx="6703214" cy="3949067"/>
            <a:chOff x="1219200" y="592869"/>
            <a:chExt cx="6703214" cy="3949067"/>
          </a:xfrm>
        </p:grpSpPr>
        <p:sp>
          <p:nvSpPr>
            <p:cNvPr id="19" name="Round Same Side Corner Rectangle 18"/>
            <p:cNvSpPr/>
            <p:nvPr/>
          </p:nvSpPr>
          <p:spPr>
            <a:xfrm rot="10800000">
              <a:off x="1219200" y="1055784"/>
              <a:ext cx="6703213" cy="3486152"/>
            </a:xfrm>
            <a:prstGeom prst="round2SameRect">
              <a:avLst>
                <a:gd name="adj1" fmla="val 3138"/>
                <a:gd name="adj2" fmla="val 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1219201" y="592869"/>
              <a:ext cx="6703213" cy="457199"/>
              <a:chOff x="465338" y="228600"/>
              <a:chExt cx="8450062" cy="609599"/>
            </a:xfrm>
          </p:grpSpPr>
          <p:grpSp>
            <p:nvGrpSpPr>
              <p:cNvPr id="24" name="Group 23"/>
              <p:cNvGrpSpPr/>
              <p:nvPr/>
            </p:nvGrpSpPr>
            <p:grpSpPr>
              <a:xfrm>
                <a:off x="465338" y="228600"/>
                <a:ext cx="8450062" cy="609599"/>
                <a:chOff x="465338" y="1066800"/>
                <a:chExt cx="8450062" cy="609599"/>
              </a:xfrm>
            </p:grpSpPr>
            <p:sp>
              <p:nvSpPr>
                <p:cNvPr id="18" name="Round Same Side Corner Rectangle 17"/>
                <p:cNvSpPr/>
                <p:nvPr/>
              </p:nvSpPr>
              <p:spPr>
                <a:xfrm>
                  <a:off x="465338" y="1066800"/>
                  <a:ext cx="8450062" cy="609599"/>
                </a:xfrm>
                <a:prstGeom prst="round2SameRect">
                  <a:avLst>
                    <a:gd name="adj1" fmla="val 8618"/>
                    <a:gd name="adj2" fmla="val 0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Oval 19"/>
                <p:cNvSpPr/>
                <p:nvPr/>
              </p:nvSpPr>
              <p:spPr>
                <a:xfrm>
                  <a:off x="611820" y="1295399"/>
                  <a:ext cx="137159" cy="137160"/>
                </a:xfrm>
                <a:prstGeom prst="ellipse">
                  <a:avLst/>
                </a:prstGeom>
                <a:solidFill>
                  <a:srgbClr val="F3650D"/>
                </a:solidFill>
                <a:ln>
                  <a:solidFill>
                    <a:srgbClr val="F3650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" name="Oval 20"/>
                <p:cNvSpPr/>
                <p:nvPr/>
              </p:nvSpPr>
              <p:spPr>
                <a:xfrm>
                  <a:off x="886286" y="1295396"/>
                  <a:ext cx="137159" cy="13716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rgbClr val="FFFF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" name="Oval 21"/>
                <p:cNvSpPr/>
                <p:nvPr/>
              </p:nvSpPr>
              <p:spPr>
                <a:xfrm>
                  <a:off x="1152616" y="1295399"/>
                  <a:ext cx="137159" cy="137160"/>
                </a:xfrm>
                <a:prstGeom prst="ellipse">
                  <a:avLst/>
                </a:prstGeom>
                <a:solidFill>
                  <a:srgbClr val="00FF00"/>
                </a:solidFill>
                <a:ln>
                  <a:solidFill>
                    <a:srgbClr val="00FF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TextBox 22"/>
                <p:cNvSpPr txBox="1"/>
                <p:nvPr/>
              </p:nvSpPr>
              <p:spPr>
                <a:xfrm>
                  <a:off x="1336554" y="1225476"/>
                  <a:ext cx="670763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b="1" spc="300" dirty="0">
                      <a:solidFill>
                        <a:schemeClr val="bg1"/>
                      </a:solidFill>
                      <a:latin typeface="Mistral" pitchFamily="66" charset="0"/>
                    </a:rPr>
                    <a:t>BERKENALAN DENGAN PEMROGRAMAN KOMPUTER</a:t>
                  </a:r>
                </a:p>
              </p:txBody>
            </p:sp>
          </p:grpSp>
          <p:cxnSp>
            <p:nvCxnSpPr>
              <p:cNvPr id="26" name="Straight Connector 25"/>
              <p:cNvCxnSpPr/>
              <p:nvPr/>
            </p:nvCxnSpPr>
            <p:spPr>
              <a:xfrm>
                <a:off x="8229600" y="228600"/>
                <a:ext cx="0" cy="609599"/>
              </a:xfrm>
              <a:prstGeom prst="line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" name="Round Same Side Corner Rectangle 12"/>
          <p:cNvSpPr/>
          <p:nvPr/>
        </p:nvSpPr>
        <p:spPr>
          <a:xfrm rot="10800000">
            <a:off x="1726255" y="1894403"/>
            <a:ext cx="5689097" cy="1829474"/>
          </a:xfrm>
          <a:prstGeom prst="round2SameRect">
            <a:avLst>
              <a:gd name="adj1" fmla="val 3138"/>
              <a:gd name="adj2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70025" y="1593621"/>
            <a:ext cx="601563" cy="601563"/>
          </a:xfrm>
          <a:prstGeom prst="ellips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16" name="Multiply 15"/>
          <p:cNvSpPr/>
          <p:nvPr/>
        </p:nvSpPr>
        <p:spPr>
          <a:xfrm>
            <a:off x="7564867" y="678591"/>
            <a:ext cx="182880" cy="274320"/>
          </a:xfrm>
          <a:prstGeom prst="mathMultiply">
            <a:avLst/>
          </a:prstGeom>
          <a:solidFill>
            <a:srgbClr val="CC0000"/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726259" y="2506472"/>
            <a:ext cx="568909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b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#11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PEMROGRAMAN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 HARDWARE </a:t>
            </a:r>
          </a:p>
          <a:p>
            <a:pPr algn="ctr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(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HARDWARE/EMBEDDED SYSTEM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PROGRAMMING)</a:t>
            </a:r>
          </a:p>
        </p:txBody>
      </p:sp>
    </p:spTree>
    <p:extLst>
      <p:ext uri="{BB962C8B-B14F-4D97-AF65-F5344CB8AC3E}">
        <p14:creationId xmlns:p14="http://schemas.microsoft.com/office/powerpoint/2010/main" val="1274108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11560" y="1227026"/>
            <a:ext cx="7632847" cy="3000908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itchFamily="34" charset="0"/>
              <a:buChar char="•"/>
              <a:tabLst>
                <a:tab pos="4114800" algn="l"/>
                <a:tab pos="4229100" algn="l"/>
              </a:tabLst>
            </a:pP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Aktivitas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pemrograman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yang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bertujuan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untuk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membuat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Embedded System</a:t>
            </a:r>
          </a:p>
          <a:p>
            <a:pPr marL="285750" indent="-285750">
              <a:buFont typeface="Arial" pitchFamily="34" charset="0"/>
              <a:buChar char="•"/>
              <a:tabLst>
                <a:tab pos="4114800" algn="l"/>
                <a:tab pos="4229100" algn="l"/>
              </a:tabLst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Embedded System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merupakan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kombinasi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dari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hardware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software yang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disisipkan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dalam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</a:p>
          <a:p>
            <a:pPr marL="288925">
              <a:spcAft>
                <a:spcPts val="600"/>
              </a:spcAft>
              <a:tabLst>
                <a:tab pos="4114800" algn="l"/>
                <a:tab pos="4229100" algn="l"/>
              </a:tabLst>
            </a:pP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suatu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mesin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untuk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melakukan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suatu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tugas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khusus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tertentu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  <a:p>
            <a:pPr marL="285750" indent="-285750">
              <a:spcAft>
                <a:spcPts val="600"/>
              </a:spcAft>
              <a:buFont typeface="Arial" pitchFamily="34" charset="0"/>
              <a:buChar char="•"/>
              <a:tabLst>
                <a:tab pos="4114800" algn="l"/>
                <a:tab pos="4229100" algn="l"/>
              </a:tabLst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Orang yang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melakukannya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disebut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Hardware/Embedded System Programmer (Hardware/Embedded System Developer)</a:t>
            </a:r>
          </a:p>
          <a:p>
            <a:pPr marL="285750" indent="-285750">
              <a:buFont typeface="Arial" pitchFamily="34" charset="0"/>
              <a:buChar char="•"/>
              <a:tabLst>
                <a:tab pos="4114800" algn="l"/>
                <a:tab pos="4229100" algn="l"/>
              </a:tabLst>
            </a:pP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Adapun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beberapa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bahasa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yang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dapat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digunakan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dalam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Hardware/Embedded System</a:t>
            </a:r>
          </a:p>
          <a:p>
            <a:pPr marL="288925">
              <a:tabLst>
                <a:tab pos="4114800" algn="l"/>
                <a:tab pos="4229100" algn="l"/>
              </a:tabLst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Programming :</a:t>
            </a:r>
          </a:p>
          <a:p>
            <a:pPr marL="631825" lvl="1" indent="-228600">
              <a:lnSpc>
                <a:spcPct val="130000"/>
              </a:lnSpc>
              <a:buFont typeface="+mj-lt"/>
              <a:buAutoNum type="arabicPeriod"/>
              <a:tabLst>
                <a:tab pos="1541463" algn="l"/>
                <a:tab pos="1770063" algn="l"/>
                <a:tab pos="3543300" algn="l"/>
              </a:tabLst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Assembly	4. Python</a:t>
            </a:r>
          </a:p>
          <a:p>
            <a:pPr marL="631825" lvl="1" indent="-228600">
              <a:lnSpc>
                <a:spcPct val="130000"/>
              </a:lnSpc>
              <a:buFont typeface="+mj-lt"/>
              <a:buAutoNum type="arabicPeriod"/>
              <a:tabLst>
                <a:tab pos="1541463" algn="l"/>
                <a:tab pos="1770063" algn="l"/>
                <a:tab pos="3543300" algn="l"/>
              </a:tabLst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Ada	5. Java</a:t>
            </a:r>
          </a:p>
          <a:p>
            <a:pPr marL="631825" lvl="1" indent="-228600">
              <a:lnSpc>
                <a:spcPct val="130000"/>
              </a:lnSpc>
              <a:spcAft>
                <a:spcPts val="600"/>
              </a:spcAft>
              <a:buFont typeface="+mj-lt"/>
              <a:buAutoNum type="arabicPeriod"/>
              <a:tabLst>
                <a:tab pos="1541463" algn="l"/>
                <a:tab pos="1770063" algn="l"/>
                <a:tab pos="3543300" algn="l"/>
              </a:tabLst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VHDL	6. C</a:t>
            </a:r>
          </a:p>
          <a:p>
            <a:pPr marL="288925" indent="-228600">
              <a:buFont typeface="Arial" pitchFamily="34" charset="0"/>
              <a:buChar char="•"/>
              <a:tabLst>
                <a:tab pos="3489325" algn="l"/>
                <a:tab pos="3543300" algn="l"/>
              </a:tabLst>
            </a:pP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Contoh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barang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dengan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Embedded System di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dalamnya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adalah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smartphone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,</a:t>
            </a:r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kamera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digital,mesin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cuci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, microwave (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mirip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oven),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masih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banyak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lagi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.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611560" y="409786"/>
            <a:ext cx="7632848" cy="721804"/>
            <a:chOff x="1219198" y="495711"/>
            <a:chExt cx="6703216" cy="457200"/>
          </a:xfrm>
        </p:grpSpPr>
        <p:sp>
          <p:nvSpPr>
            <p:cNvPr id="7" name="Rectangle 6"/>
            <p:cNvSpPr/>
            <p:nvPr/>
          </p:nvSpPr>
          <p:spPr>
            <a:xfrm>
              <a:off x="1219198" y="495711"/>
              <a:ext cx="6703216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PEMROGRAMAN HARDWARE </a:t>
              </a:r>
            </a:p>
            <a:p>
              <a:pPr algn="ctr"/>
              <a:r>
                <a: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(HARDWARE/EMBEDDED SYSTEM PROGRAMMING)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1219201" y="495711"/>
              <a:ext cx="76200" cy="4572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41649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over and End Slide Master">
  <a:themeElements>
    <a:clrScheme name="ALLPPT-COLOR-A2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B494B"/>
      </a:accent1>
      <a:accent2>
        <a:srgbClr val="3F3F3F"/>
      </a:accent2>
      <a:accent3>
        <a:srgbClr val="EB494B"/>
      </a:accent3>
      <a:accent4>
        <a:srgbClr val="3F3F3F"/>
      </a:accent4>
      <a:accent5>
        <a:srgbClr val="EB494B"/>
      </a:accent5>
      <a:accent6>
        <a:srgbClr val="3F3F3F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nts Slide Master">
  <a:themeElements>
    <a:clrScheme name="ALLPPT-COLOR-A2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B494B"/>
      </a:accent1>
      <a:accent2>
        <a:srgbClr val="3F3F3F"/>
      </a:accent2>
      <a:accent3>
        <a:srgbClr val="EB494B"/>
      </a:accent3>
      <a:accent4>
        <a:srgbClr val="3F3F3F"/>
      </a:accent4>
      <a:accent5>
        <a:srgbClr val="EB494B"/>
      </a:accent5>
      <a:accent6>
        <a:srgbClr val="3F3F3F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75000"/>
            <a:lumOff val="2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Section Break Slide Master">
  <a:themeElements>
    <a:clrScheme name="ALLPPT-COLOR-A2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B494B"/>
      </a:accent1>
      <a:accent2>
        <a:srgbClr val="3F3F3F"/>
      </a:accent2>
      <a:accent3>
        <a:srgbClr val="EB494B"/>
      </a:accent3>
      <a:accent4>
        <a:srgbClr val="3F3F3F"/>
      </a:accent4>
      <a:accent5>
        <a:srgbClr val="EB494B"/>
      </a:accent5>
      <a:accent6>
        <a:srgbClr val="3F3F3F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3626</TotalTime>
  <Words>121</Words>
  <Application>Microsoft Office PowerPoint</Application>
  <PresentationFormat>On-screen Show (16:9)</PresentationFormat>
  <Paragraphs>15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Calibri</vt:lpstr>
      <vt:lpstr>Mistral</vt:lpstr>
      <vt:lpstr>Montserrat</vt:lpstr>
      <vt:lpstr>Cover and End Slide Master</vt:lpstr>
      <vt:lpstr>Contents Slide Master</vt:lpstr>
      <vt:lpstr>Section Break Slide Master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GoogleSlidesPPT.com;Allppt.com</dc:creator>
  <cp:lastModifiedBy>ekyzupaldry@gmail.com</cp:lastModifiedBy>
  <cp:revision>357</cp:revision>
  <dcterms:created xsi:type="dcterms:W3CDTF">2016-12-05T23:26:54Z</dcterms:created>
  <dcterms:modified xsi:type="dcterms:W3CDTF">2023-06-25T16:49:24Z</dcterms:modified>
</cp:coreProperties>
</file>