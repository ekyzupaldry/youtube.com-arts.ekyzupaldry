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8"/>
  </p:notesMasterIdLst>
  <p:handoutMasterIdLst>
    <p:handoutMasterId r:id="rId9"/>
  </p:handoutMasterIdLst>
  <p:sldIdLst>
    <p:sldId id="278" r:id="rId4"/>
    <p:sldId id="280" r:id="rId5"/>
    <p:sldId id="281" r:id="rId6"/>
    <p:sldId id="282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RAKYAT NGODING</a:t>
            </a:r>
          </a:p>
        </p:txBody>
      </p:sp>
    </p:spTree>
    <p:extLst>
      <p:ext uri="{BB962C8B-B14F-4D97-AF65-F5344CB8AC3E}">
        <p14:creationId xmlns:p14="http://schemas.microsoft.com/office/powerpoint/2010/main" val="341566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#15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APAKAH SAYA HARUS MEMPUNYAI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LATAR 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BELAKANG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IT?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188FF5-7A2D-44AF-A347-26957872A389}"/>
              </a:ext>
            </a:extLst>
          </p:cNvPr>
          <p:cNvSpPr/>
          <p:nvPr/>
        </p:nvSpPr>
        <p:spPr>
          <a:xfrm>
            <a:off x="1907704" y="2114550"/>
            <a:ext cx="5508612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SIAPAPUN BISA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BELAJAR APAPUN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75AEB-AB80-4834-BB3B-0D31B75FB4C8}"/>
              </a:ext>
            </a:extLst>
          </p:cNvPr>
          <p:cNvSpPr/>
          <p:nvPr/>
        </p:nvSpPr>
        <p:spPr>
          <a:xfrm>
            <a:off x="5064998" y="2221558"/>
            <a:ext cx="2232248" cy="24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4F2A5E-5E2C-4385-BE7D-29D8BCA61BDA}"/>
              </a:ext>
            </a:extLst>
          </p:cNvPr>
          <p:cNvSpPr/>
          <p:nvPr/>
        </p:nvSpPr>
        <p:spPr>
          <a:xfrm>
            <a:off x="1907704" y="2677584"/>
            <a:ext cx="5508612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SIAPAPUN BISA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MENJADI APAPUN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D6B3F0-2C1E-43B1-98AB-98FD8740138B}"/>
              </a:ext>
            </a:extLst>
          </p:cNvPr>
          <p:cNvSpPr/>
          <p:nvPr/>
        </p:nvSpPr>
        <p:spPr>
          <a:xfrm>
            <a:off x="5075663" y="2787774"/>
            <a:ext cx="2232248" cy="24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</a:t>
            </a:r>
          </a:p>
        </p:txBody>
      </p:sp>
    </p:spTree>
    <p:extLst>
      <p:ext uri="{BB962C8B-B14F-4D97-AF65-F5344CB8AC3E}">
        <p14:creationId xmlns:p14="http://schemas.microsoft.com/office/powerpoint/2010/main" val="25871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otodidak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cenderung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kita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lebih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kesulitan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memahami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materi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Materi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dipelajari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berurut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dasar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mentor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Pengaruh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lingkungan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tugas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/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latihan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para mentor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berpengalaman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Menambah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relasi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Dunia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sangat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luas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dan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terus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berkembang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Kebutuhan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dunia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kerja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terhadap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Ijazah/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Sertifikat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3240000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BISA 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OTODIDAK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 SAJA?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192E6A-32BA-4732-BC56-DA056EBCA133}"/>
              </a:ext>
            </a:extLst>
          </p:cNvPr>
          <p:cNvGrpSpPr/>
          <p:nvPr/>
        </p:nvGrpSpPr>
        <p:grpSpPr>
          <a:xfrm>
            <a:off x="4684804" y="458366"/>
            <a:ext cx="3240000" cy="457200"/>
            <a:chOff x="1219198" y="495711"/>
            <a:chExt cx="670321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2B32D8-45DF-4163-B989-935A28F2B729}"/>
                </a:ext>
              </a:extLst>
            </p:cNvPr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HARUS KURSUS/PENDIDIKAN 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IT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?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5F1DC9-5361-4023-B32B-6B7E246E0939}"/>
                </a:ext>
              </a:extLst>
            </p:cNvPr>
            <p:cNvSpPr/>
            <p:nvPr/>
          </p:nvSpPr>
          <p:spPr>
            <a:xfrm>
              <a:off x="7841268" y="495711"/>
              <a:ext cx="76199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658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6FBCE2-1073-4EED-9284-79D762EBC7E1}"/>
              </a:ext>
            </a:extLst>
          </p:cNvPr>
          <p:cNvSpPr/>
          <p:nvPr/>
        </p:nvSpPr>
        <p:spPr>
          <a:xfrm>
            <a:off x="3050589" y="2387084"/>
            <a:ext cx="3042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OTODIDAK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AJA DULU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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75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3888</TotalTime>
  <Words>87</Words>
  <Application>Microsoft Office PowerPoint</Application>
  <PresentationFormat>On-screen Show (16:9)</PresentationFormat>
  <Paragraphs>19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385</cp:revision>
  <dcterms:created xsi:type="dcterms:W3CDTF">2016-12-05T23:26:54Z</dcterms:created>
  <dcterms:modified xsi:type="dcterms:W3CDTF">2023-06-25T16:50:56Z</dcterms:modified>
</cp:coreProperties>
</file>