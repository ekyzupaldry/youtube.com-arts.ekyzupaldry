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7"/>
  </p:notesMasterIdLst>
  <p:handoutMasterIdLst>
    <p:handoutMasterId r:id="rId8"/>
  </p:handoutMasterIdLst>
  <p:sldIdLst>
    <p:sldId id="278" r:id="rId4"/>
    <p:sldId id="282" r:id="rId5"/>
    <p:sldId id="284" r:id="rId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2" autoAdjust="0"/>
  </p:normalViewPr>
  <p:slideViewPr>
    <p:cSldViewPr>
      <p:cViewPr varScale="1">
        <p:scale>
          <a:sx n="67" d="100"/>
          <a:sy n="67" d="100"/>
        </p:scale>
        <p:origin x="72" y="408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014" y="2506472"/>
            <a:ext cx="51795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#5 BAHASA PEMROGRAMAN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APA SAJA YANG HARUS SAYA PELAJARI?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Tentukan jenis </a:t>
            </a:r>
            <a:r>
              <a:rPr lang="id-ID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Program/Aplikasi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mau dibuat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Cari informasi mengenai </a:t>
            </a:r>
            <a:r>
              <a:rPr lang="id-ID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Pemrograman 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yang populer </a:t>
            </a:r>
          </a:p>
          <a:p>
            <a:pPr marL="8001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Banyak dipakai orang 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8001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Banyak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aplikasi-aplikasi yang biasa kita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gunakan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dibuat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menggunakan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  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tersebut</a:t>
            </a:r>
            <a:endParaRPr lang="id-ID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8001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Dukungan komunitasnya banyak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(offline/online)</a:t>
            </a:r>
            <a:endParaRPr lang="id-ID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8001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Tutorial/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dokumentasi/artikel/blog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yang membahas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nya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mudah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dicari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          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berbayar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/gratis)</a:t>
            </a:r>
            <a:endParaRPr lang="id-ID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8001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Banyak pekerjaan yang memerlukan keahlian dalam bahasa tersebut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Sesuaikan dengan spesifikasi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perangkat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kita punya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CARA MEMILIH 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BAHASA PEMROGRAMAN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390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8" name="Rectangle 17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BAHASA PEMROGRAMAN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YANG POPULER SAAT INI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611563" y="1275606"/>
            <a:ext cx="7632847" cy="331236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+mj-lt"/>
              <a:buAutoNum type="arabicPeriod"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Javascript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Python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TypeScript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Rust</a:t>
            </a:r>
            <a:endParaRPr lang="id-ID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C#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Bash/Shell (all shells)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Go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Java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C++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Kotlin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PHP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PowerShell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Dart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Swift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11564" y="915566"/>
            <a:ext cx="7632843" cy="304800"/>
            <a:chOff x="2385800" y="2998937"/>
            <a:chExt cx="3987536" cy="304800"/>
          </a:xfrm>
          <a:noFill/>
        </p:grpSpPr>
        <p:sp>
          <p:nvSpPr>
            <p:cNvPr id="7" name="Rectangle 6"/>
            <p:cNvSpPr/>
            <p:nvPr/>
          </p:nvSpPr>
          <p:spPr>
            <a:xfrm>
              <a:off x="2385800" y="2998937"/>
              <a:ext cx="3987536" cy="304800"/>
            </a:xfrm>
            <a:prstGeom prst="rect">
              <a:avLst/>
            </a:prstGeom>
            <a:grp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https://survey.stackoverflow.co/2023/#section-admired-and-desired-programming-scripting-and-markup-languages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6034772" y="2998937"/>
              <a:ext cx="0" cy="304800"/>
            </a:xfrm>
            <a:prstGeom prst="line">
              <a:avLst/>
            </a:prstGeom>
            <a:grp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7585823" y="944855"/>
            <a:ext cx="64758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4170036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</TotalTime>
  <Words>129</Words>
  <Application>Microsoft Office PowerPoint</Application>
  <PresentationFormat>On-screen Show (16:9)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224</cp:revision>
  <dcterms:created xsi:type="dcterms:W3CDTF">2016-12-05T23:26:54Z</dcterms:created>
  <dcterms:modified xsi:type="dcterms:W3CDTF">2023-07-27T13:58:49Z</dcterms:modified>
</cp:coreProperties>
</file>