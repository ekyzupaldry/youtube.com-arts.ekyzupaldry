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slideLayouts/slideLayout22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51" r:id="rId2"/>
    <p:sldMasterId id="2147483653" r:id="rId3"/>
  </p:sldMasterIdLst>
  <p:notesMasterIdLst>
    <p:notesMasterId r:id="rId11"/>
  </p:notesMasterIdLst>
  <p:handoutMasterIdLst>
    <p:handoutMasterId r:id="rId12"/>
  </p:handoutMasterIdLst>
  <p:sldIdLst>
    <p:sldId id="278" r:id="rId4"/>
    <p:sldId id="279" r:id="rId5"/>
    <p:sldId id="281" r:id="rId6"/>
    <p:sldId id="282" r:id="rId7"/>
    <p:sldId id="283" r:id="rId8"/>
    <p:sldId id="284" r:id="rId9"/>
    <p:sldId id="285" r:id="rId10"/>
  </p:sldIdLst>
  <p:sldSz cx="9144000" cy="5143500" type="screen16x9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  <p15:guide id="3" orient="horz" pos="193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33"/>
    <a:srgbClr val="F2141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059" autoAdjust="0"/>
    <p:restoredTop sz="94622" autoAdjust="0"/>
  </p:normalViewPr>
  <p:slideViewPr>
    <p:cSldViewPr>
      <p:cViewPr varScale="1">
        <p:scale>
          <a:sx n="87" d="100"/>
          <a:sy n="87" d="100"/>
        </p:scale>
        <p:origin x="558" y="84"/>
      </p:cViewPr>
      <p:guideLst>
        <p:guide orient="horz" pos="1620"/>
        <p:guide pos="2880"/>
        <p:guide orient="horz" pos="193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handoutMaster" Target="handoutMasters/handoutMaster1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15" Type="http://schemas.openxmlformats.org/officeDocument/2006/relationships/theme" Target="theme/theme1.xml"/><Relationship Id="rId10" Type="http://schemas.openxmlformats.org/officeDocument/2006/relationships/slide" Target="slides/slide7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E2DC96-A95D-46CF-90D0-C44C79A86FE7}" type="datetimeFigureOut">
              <a:rPr lang="en-US" smtClean="0"/>
              <a:t>6/25/2023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RAKYAT NGODING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827B3F-43CE-49AD-B1CB-5A5B3501AA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6970653"/>
      </p:ext>
    </p:extLst>
  </p:cSld>
  <p:clrMap bg1="lt1" tx1="dk1" bg2="lt2" tx2="dk2" accent1="accent1" accent2="accent2" accent3="accent3" accent4="accent4" accent5="accent5" accent6="accent6" hlink="hlink" folHlink="folHlink"/>
  <p:hf sldNum="0"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44AD1-7E96-455A-8C7F-605A7DD0F917}" type="datetimeFigureOut">
              <a:rPr lang="en-US" smtClean="0"/>
              <a:t>6/25/2023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RAKYAT NGODING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EDC514-9E28-441F-BF04-3DE8912E9F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9062478"/>
      </p:ext>
    </p:extLst>
  </p:cSld>
  <p:clrMap bg1="lt1" tx1="dk1" bg2="lt2" tx2="dk2" accent1="accent1" accent2="accent2" accent3="accent3" accent4="accent4" accent5="accent5" accent6="accent6" hlink="hlink" folHlink="folHlink"/>
  <p:hf sldNum="0"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95536" y="3003798"/>
            <a:ext cx="4032448" cy="1152129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3600" b="0" baseline="0">
                <a:solidFill>
                  <a:schemeClr val="bg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>
                <a:ea typeface="맑은 고딕" pitchFamily="50" charset="-127"/>
              </a:rPr>
              <a:t>FREE PPT </a:t>
            </a:r>
          </a:p>
          <a:p>
            <a:pPr lvl="0"/>
            <a:r>
              <a:rPr lang="en-US" altLang="ko-KR" dirty="0">
                <a:ea typeface="맑은 고딕" pitchFamily="50" charset="-127"/>
              </a:rPr>
              <a:t>TEMPLATES</a:t>
            </a:r>
            <a:endParaRPr lang="en-US" altLang="ko-KR" dirty="0"/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395388" y="4155926"/>
            <a:ext cx="4032448" cy="576064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1400" b="0" baseline="0">
                <a:solidFill>
                  <a:schemeClr val="bg1"/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INSTERT THE TITLE</a:t>
            </a:r>
          </a:p>
          <a:p>
            <a:pPr lvl="0"/>
            <a:r>
              <a:rPr lang="en-US" altLang="ko-KR" dirty="0"/>
              <a:t>OF YOUR PRESENTATION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627365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 userDrawn="1"/>
        </p:nvGrpSpPr>
        <p:grpSpPr>
          <a:xfrm>
            <a:off x="2699792" y="699542"/>
            <a:ext cx="3744416" cy="3744416"/>
            <a:chOff x="2699792" y="699542"/>
            <a:chExt cx="3744416" cy="3744416"/>
          </a:xfrm>
        </p:grpSpPr>
        <p:sp>
          <p:nvSpPr>
            <p:cNvPr id="2" name="Oval 1"/>
            <p:cNvSpPr/>
            <p:nvPr userDrawn="1"/>
          </p:nvSpPr>
          <p:spPr>
            <a:xfrm>
              <a:off x="2699792" y="699542"/>
              <a:ext cx="3744416" cy="3744416"/>
            </a:xfrm>
            <a:prstGeom prst="ellipse">
              <a:avLst/>
            </a:prstGeom>
            <a:solidFill>
              <a:schemeClr val="bg1">
                <a:alpha val="34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Oval 4"/>
            <p:cNvSpPr/>
            <p:nvPr userDrawn="1"/>
          </p:nvSpPr>
          <p:spPr>
            <a:xfrm>
              <a:off x="2836962" y="836712"/>
              <a:ext cx="3470076" cy="3470076"/>
            </a:xfrm>
            <a:prstGeom prst="ellipse">
              <a:avLst/>
            </a:prstGeom>
            <a:solidFill>
              <a:schemeClr val="bg1">
                <a:alpha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" name="Group 3"/>
          <p:cNvGrpSpPr/>
          <p:nvPr userDrawn="1"/>
        </p:nvGrpSpPr>
        <p:grpSpPr>
          <a:xfrm>
            <a:off x="5847953" y="984628"/>
            <a:ext cx="999728" cy="994953"/>
            <a:chOff x="6127601" y="487152"/>
            <a:chExt cx="999728" cy="994953"/>
          </a:xfrm>
        </p:grpSpPr>
        <p:sp>
          <p:nvSpPr>
            <p:cNvPr id="8" name="Oval 7"/>
            <p:cNvSpPr/>
            <p:nvPr userDrawn="1"/>
          </p:nvSpPr>
          <p:spPr>
            <a:xfrm>
              <a:off x="6127601" y="762025"/>
              <a:ext cx="720080" cy="720080"/>
            </a:xfrm>
            <a:prstGeom prst="ellipse">
              <a:avLst/>
            </a:prstGeom>
            <a:solidFill>
              <a:schemeClr val="accent1">
                <a:alpha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Oval 8"/>
            <p:cNvSpPr/>
            <p:nvPr userDrawn="1"/>
          </p:nvSpPr>
          <p:spPr>
            <a:xfrm>
              <a:off x="6847681" y="621668"/>
              <a:ext cx="279648" cy="279648"/>
            </a:xfrm>
            <a:prstGeom prst="ellipse">
              <a:avLst/>
            </a:prstGeom>
            <a:solidFill>
              <a:schemeClr val="accent1">
                <a:alpha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/>
            <p:cNvSpPr/>
            <p:nvPr userDrawn="1"/>
          </p:nvSpPr>
          <p:spPr>
            <a:xfrm>
              <a:off x="6475870" y="487152"/>
              <a:ext cx="139824" cy="139824"/>
            </a:xfrm>
            <a:prstGeom prst="ellipse">
              <a:avLst/>
            </a:prstGeom>
            <a:solidFill>
              <a:schemeClr val="accent1">
                <a:alpha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9224771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2" y="1597821"/>
            <a:ext cx="7772400" cy="1102519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/>
          <a:lstStyle/>
          <a:p>
            <a:fld id="{781230E9-ADC0-471E-BDB0-5ACBBA8A004A}" type="datetimeFigureOut">
              <a:rPr lang="en-US" smtClean="0"/>
              <a:t>6/25/2023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2" y="4767264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/>
          <a:lstStyle/>
          <a:p>
            <a:fld id="{1DA05B43-AAB4-4F3E-ADC7-59CA7BD5D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34818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757120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asic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8" y="85378"/>
            <a:ext cx="7200800" cy="576064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600" b="0" baseline="0">
                <a:solidFill>
                  <a:schemeClr val="bg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323528" y="661442"/>
            <a:ext cx="7200800" cy="288032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400" b="0" baseline="0">
                <a:solidFill>
                  <a:schemeClr val="bg1"/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0" y="0"/>
            <a:ext cx="193770" cy="103723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9044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Basic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1619672" y="113953"/>
            <a:ext cx="7524328" cy="576064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6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1619672" y="690017"/>
            <a:ext cx="7524328" cy="288032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</p:spTree>
    <p:extLst>
      <p:ext uri="{BB962C8B-B14F-4D97-AF65-F5344CB8AC3E}">
        <p14:creationId xmlns:p14="http://schemas.microsoft.com/office/powerpoint/2010/main" val="30064740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Basic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0" y="0"/>
            <a:ext cx="9144000" cy="5143499"/>
          </a:xfrm>
          <a:prstGeom prst="rect">
            <a:avLst/>
          </a:prstGeom>
          <a:solidFill>
            <a:schemeClr val="tx1">
              <a:lumMod val="75000"/>
              <a:lumOff val="25000"/>
              <a:alpha val="6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/>
          <p:cNvSpPr/>
          <p:nvPr userDrawn="1"/>
        </p:nvSpPr>
        <p:spPr>
          <a:xfrm>
            <a:off x="5220072" y="-6824"/>
            <a:ext cx="3923928" cy="5150323"/>
          </a:xfrm>
          <a:custGeom>
            <a:avLst/>
            <a:gdLst>
              <a:gd name="connsiteX0" fmla="*/ 0 w 4572000"/>
              <a:gd name="connsiteY0" fmla="*/ 0 h 5143500"/>
              <a:gd name="connsiteX1" fmla="*/ 4572000 w 4572000"/>
              <a:gd name="connsiteY1" fmla="*/ 0 h 5143500"/>
              <a:gd name="connsiteX2" fmla="*/ 4572000 w 4572000"/>
              <a:gd name="connsiteY2" fmla="*/ 5143500 h 5143500"/>
              <a:gd name="connsiteX3" fmla="*/ 0 w 4572000"/>
              <a:gd name="connsiteY3" fmla="*/ 5143500 h 5143500"/>
              <a:gd name="connsiteX4" fmla="*/ 0 w 4572000"/>
              <a:gd name="connsiteY4" fmla="*/ 0 h 5143500"/>
              <a:gd name="connsiteX0" fmla="*/ 2217761 w 4572000"/>
              <a:gd name="connsiteY0" fmla="*/ 0 h 5143500"/>
              <a:gd name="connsiteX1" fmla="*/ 4572000 w 4572000"/>
              <a:gd name="connsiteY1" fmla="*/ 0 h 5143500"/>
              <a:gd name="connsiteX2" fmla="*/ 4572000 w 4572000"/>
              <a:gd name="connsiteY2" fmla="*/ 5143500 h 5143500"/>
              <a:gd name="connsiteX3" fmla="*/ 0 w 4572000"/>
              <a:gd name="connsiteY3" fmla="*/ 5143500 h 5143500"/>
              <a:gd name="connsiteX4" fmla="*/ 2217761 w 4572000"/>
              <a:gd name="connsiteY4" fmla="*/ 0 h 5143500"/>
              <a:gd name="connsiteX0" fmla="*/ 2354239 w 4572000"/>
              <a:gd name="connsiteY0" fmla="*/ 0 h 5157147"/>
              <a:gd name="connsiteX1" fmla="*/ 4572000 w 4572000"/>
              <a:gd name="connsiteY1" fmla="*/ 13647 h 5157147"/>
              <a:gd name="connsiteX2" fmla="*/ 4572000 w 4572000"/>
              <a:gd name="connsiteY2" fmla="*/ 5157147 h 5157147"/>
              <a:gd name="connsiteX3" fmla="*/ 0 w 4572000"/>
              <a:gd name="connsiteY3" fmla="*/ 5157147 h 5157147"/>
              <a:gd name="connsiteX4" fmla="*/ 2354239 w 4572000"/>
              <a:gd name="connsiteY4" fmla="*/ 0 h 5157147"/>
              <a:gd name="connsiteX0" fmla="*/ 2347415 w 4572000"/>
              <a:gd name="connsiteY0" fmla="*/ 0 h 5150323"/>
              <a:gd name="connsiteX1" fmla="*/ 4572000 w 4572000"/>
              <a:gd name="connsiteY1" fmla="*/ 6823 h 5150323"/>
              <a:gd name="connsiteX2" fmla="*/ 4572000 w 4572000"/>
              <a:gd name="connsiteY2" fmla="*/ 5150323 h 5150323"/>
              <a:gd name="connsiteX3" fmla="*/ 0 w 4572000"/>
              <a:gd name="connsiteY3" fmla="*/ 5150323 h 5150323"/>
              <a:gd name="connsiteX4" fmla="*/ 2347415 w 4572000"/>
              <a:gd name="connsiteY4" fmla="*/ 0 h 51503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72000" h="5150323">
                <a:moveTo>
                  <a:pt x="2347415" y="0"/>
                </a:moveTo>
                <a:lnTo>
                  <a:pt x="4572000" y="6823"/>
                </a:lnTo>
                <a:lnTo>
                  <a:pt x="4572000" y="5150323"/>
                </a:lnTo>
                <a:lnTo>
                  <a:pt x="0" y="5150323"/>
                </a:lnTo>
                <a:lnTo>
                  <a:pt x="2347415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5796136" y="3651870"/>
            <a:ext cx="3347864" cy="576064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200" b="0" baseline="0">
                <a:solidFill>
                  <a:schemeClr val="accent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5796136" y="4397684"/>
            <a:ext cx="3347864" cy="288032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400" b="0" baseline="0">
                <a:solidFill>
                  <a:schemeClr val="accent1"/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</p:spTree>
    <p:extLst>
      <p:ext uri="{BB962C8B-B14F-4D97-AF65-F5344CB8AC3E}">
        <p14:creationId xmlns:p14="http://schemas.microsoft.com/office/powerpoint/2010/main" val="28850262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Basic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8" y="85378"/>
            <a:ext cx="7200800" cy="576064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600" b="0" baseline="0">
                <a:solidFill>
                  <a:schemeClr val="bg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323528" y="661442"/>
            <a:ext cx="7200800" cy="288032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400" b="0" baseline="0">
                <a:solidFill>
                  <a:schemeClr val="bg1"/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0" y="0"/>
            <a:ext cx="193770" cy="103723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538848" y="1874875"/>
            <a:ext cx="1764704" cy="1704987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 </a:t>
            </a:r>
            <a:endParaRPr lang="ko-KR" altLang="en-US" dirty="0"/>
          </a:p>
        </p:txBody>
      </p:sp>
      <p:sp>
        <p:nvSpPr>
          <p:cNvPr id="7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2639427" y="1874875"/>
            <a:ext cx="1764704" cy="1704987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 </a:t>
            </a:r>
            <a:endParaRPr lang="ko-KR" altLang="en-US" dirty="0"/>
          </a:p>
        </p:txBody>
      </p:sp>
      <p:sp>
        <p:nvSpPr>
          <p:cNvPr id="8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4727659" y="1874875"/>
            <a:ext cx="1764704" cy="1704987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 </a:t>
            </a:r>
            <a:endParaRPr lang="ko-KR" altLang="en-US" dirty="0"/>
          </a:p>
        </p:txBody>
      </p:sp>
      <p:sp>
        <p:nvSpPr>
          <p:cNvPr id="9" name="Picture Placeholder 2"/>
          <p:cNvSpPr>
            <a:spLocks noGrp="1"/>
          </p:cNvSpPr>
          <p:nvPr>
            <p:ph type="pic" idx="15" hasCustomPrompt="1"/>
          </p:nvPr>
        </p:nvSpPr>
        <p:spPr>
          <a:xfrm>
            <a:off x="6815891" y="1874875"/>
            <a:ext cx="1764704" cy="1704987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 </a:t>
            </a:r>
            <a:endParaRPr lang="ko-KR" altLang="en-US" dirty="0"/>
          </a:p>
        </p:txBody>
      </p:sp>
      <p:sp>
        <p:nvSpPr>
          <p:cNvPr id="3" name="Rectangle 2"/>
          <p:cNvSpPr/>
          <p:nvPr userDrawn="1"/>
        </p:nvSpPr>
        <p:spPr>
          <a:xfrm>
            <a:off x="539552" y="1347614"/>
            <a:ext cx="1764000" cy="52690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Rectangle 11"/>
          <p:cNvSpPr/>
          <p:nvPr userDrawn="1"/>
        </p:nvSpPr>
        <p:spPr>
          <a:xfrm>
            <a:off x="539551" y="1347614"/>
            <a:ext cx="1140485" cy="526907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Rectangle 13"/>
          <p:cNvSpPr/>
          <p:nvPr userDrawn="1"/>
        </p:nvSpPr>
        <p:spPr>
          <a:xfrm>
            <a:off x="2639427" y="1347614"/>
            <a:ext cx="1764000" cy="52690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Rectangle 14"/>
          <p:cNvSpPr/>
          <p:nvPr userDrawn="1"/>
        </p:nvSpPr>
        <p:spPr>
          <a:xfrm>
            <a:off x="2639426" y="1347614"/>
            <a:ext cx="1140485" cy="52690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Rectangle 15"/>
          <p:cNvSpPr/>
          <p:nvPr userDrawn="1"/>
        </p:nvSpPr>
        <p:spPr>
          <a:xfrm>
            <a:off x="4727659" y="1347614"/>
            <a:ext cx="1764000" cy="52690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Rectangle 16"/>
          <p:cNvSpPr/>
          <p:nvPr userDrawn="1"/>
        </p:nvSpPr>
        <p:spPr>
          <a:xfrm>
            <a:off x="4727658" y="1347614"/>
            <a:ext cx="1140485" cy="526907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Rectangle 17"/>
          <p:cNvSpPr/>
          <p:nvPr userDrawn="1"/>
        </p:nvSpPr>
        <p:spPr>
          <a:xfrm>
            <a:off x="6815891" y="1347614"/>
            <a:ext cx="1764000" cy="52690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Rectangle 18"/>
          <p:cNvSpPr/>
          <p:nvPr userDrawn="1"/>
        </p:nvSpPr>
        <p:spPr>
          <a:xfrm>
            <a:off x="6815890" y="1347614"/>
            <a:ext cx="1140485" cy="52690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32794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7" name="Picture 2" descr="D:\Fullppt\005-PNG이미지\모니터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96097" y="1059582"/>
            <a:ext cx="3816424" cy="35898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5140112" y="1188189"/>
            <a:ext cx="3511110" cy="232588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159670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Basic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8" y="85378"/>
            <a:ext cx="7200800" cy="576064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600" b="0" baseline="0">
                <a:solidFill>
                  <a:schemeClr val="bg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323528" y="661442"/>
            <a:ext cx="7200800" cy="288032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400" b="0" baseline="0">
                <a:solidFill>
                  <a:schemeClr val="bg1"/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0" y="0"/>
            <a:ext cx="193770" cy="103723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2" descr="D:\Fullppt\PNG이미지\핸드폰2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6512" y="1547204"/>
            <a:ext cx="2808312" cy="34008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648135" y="1685352"/>
            <a:ext cx="1619609" cy="250179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8" name="Rectangle 7"/>
          <p:cNvSpPr/>
          <p:nvPr userDrawn="1"/>
        </p:nvSpPr>
        <p:spPr>
          <a:xfrm>
            <a:off x="2771800" y="3076575"/>
            <a:ext cx="2808312" cy="158340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Rectangle 8"/>
          <p:cNvSpPr/>
          <p:nvPr userDrawn="1"/>
        </p:nvSpPr>
        <p:spPr>
          <a:xfrm>
            <a:off x="5940152" y="3076575"/>
            <a:ext cx="2808312" cy="15834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617848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7_Basic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8" y="85378"/>
            <a:ext cx="7200800" cy="576064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600" b="0" baseline="0">
                <a:solidFill>
                  <a:schemeClr val="bg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323528" y="661442"/>
            <a:ext cx="7200800" cy="288032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400" b="0" baseline="0">
                <a:solidFill>
                  <a:schemeClr val="bg1"/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0" y="0"/>
            <a:ext cx="193770" cy="103723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2" descr="D:\Fullppt\005-PNG이미지\노트북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30056" y="2282477"/>
            <a:ext cx="5002056" cy="25441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917849" y="2623270"/>
            <a:ext cx="2398211" cy="177292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032760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251520" y="210752"/>
            <a:ext cx="3059832" cy="309634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6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3369809" y="210752"/>
            <a:ext cx="1405595" cy="151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7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3369809" y="1795096"/>
            <a:ext cx="1405595" cy="151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8" name="Picture Placeholder 2"/>
          <p:cNvSpPr>
            <a:spLocks noGrp="1"/>
          </p:cNvSpPr>
          <p:nvPr>
            <p:ph type="pic" idx="15" hasCustomPrompt="1"/>
          </p:nvPr>
        </p:nvSpPr>
        <p:spPr>
          <a:xfrm>
            <a:off x="251520" y="3379104"/>
            <a:ext cx="1405595" cy="151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9" name="Picture Placeholder 2"/>
          <p:cNvSpPr>
            <a:spLocks noGrp="1"/>
          </p:cNvSpPr>
          <p:nvPr>
            <p:ph type="pic" idx="16" hasCustomPrompt="1"/>
          </p:nvPr>
        </p:nvSpPr>
        <p:spPr>
          <a:xfrm>
            <a:off x="1751068" y="3379104"/>
            <a:ext cx="3024336" cy="151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625703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6_Basic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0" y="0"/>
            <a:ext cx="9144000" cy="5143499"/>
          </a:xfrm>
          <a:prstGeom prst="rect">
            <a:avLst/>
          </a:prstGeom>
          <a:solidFill>
            <a:schemeClr val="tx1">
              <a:lumMod val="75000"/>
              <a:lumOff val="25000"/>
              <a:alpha val="6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251520" y="113953"/>
            <a:ext cx="8568952" cy="576064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600" b="0" baseline="0">
                <a:solidFill>
                  <a:schemeClr val="accent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251520" y="690017"/>
            <a:ext cx="8568952" cy="288032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400" b="0" baseline="0">
                <a:solidFill>
                  <a:schemeClr val="accent1"/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6" name="Rectangle 5"/>
          <p:cNvSpPr/>
          <p:nvPr userDrawn="1"/>
        </p:nvSpPr>
        <p:spPr>
          <a:xfrm flipH="1">
            <a:off x="4860032" y="1131590"/>
            <a:ext cx="4283968" cy="2880320"/>
          </a:xfrm>
          <a:prstGeom prst="rect">
            <a:avLst/>
          </a:prstGeom>
          <a:solidFill>
            <a:schemeClr val="accent1">
              <a:alpha val="8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5332704" y="0"/>
            <a:ext cx="3338624" cy="51435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232831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539552" y="1448650"/>
            <a:ext cx="4680520" cy="324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Insert Your Image</a:t>
            </a:r>
            <a:endParaRPr lang="ko-KR" altLang="en-US" dirty="0"/>
          </a:p>
        </p:txBody>
      </p:sp>
      <p:sp>
        <p:nvSpPr>
          <p:cNvPr id="6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5219624" y="475565"/>
            <a:ext cx="3384000" cy="97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Insert Your Image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127288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4139952" y="555525"/>
            <a:ext cx="1650297" cy="404842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Insert Your Image</a:t>
            </a:r>
            <a:endParaRPr lang="ko-KR" altLang="en-US" dirty="0"/>
          </a:p>
        </p:txBody>
      </p:sp>
      <p:sp>
        <p:nvSpPr>
          <p:cNvPr id="5" name="Picture Placeholder 2"/>
          <p:cNvSpPr>
            <a:spLocks noGrp="1"/>
          </p:cNvSpPr>
          <p:nvPr>
            <p:ph type="pic" idx="10" hasCustomPrompt="1"/>
          </p:nvPr>
        </p:nvSpPr>
        <p:spPr>
          <a:xfrm>
            <a:off x="2339752" y="555525"/>
            <a:ext cx="1650297" cy="404842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Insert Your Image</a:t>
            </a:r>
            <a:endParaRPr lang="ko-KR" altLang="en-US" dirty="0"/>
          </a:p>
        </p:txBody>
      </p:sp>
      <p:sp>
        <p:nvSpPr>
          <p:cNvPr id="6" name="Picture Placeholder 2"/>
          <p:cNvSpPr>
            <a:spLocks noGrp="1"/>
          </p:cNvSpPr>
          <p:nvPr>
            <p:ph type="pic" idx="11" hasCustomPrompt="1"/>
          </p:nvPr>
        </p:nvSpPr>
        <p:spPr>
          <a:xfrm>
            <a:off x="539552" y="555525"/>
            <a:ext cx="1650297" cy="404842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Insert Your Image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359646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Basic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85378"/>
            <a:ext cx="9144000" cy="57606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6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5" name="Rectangle 14"/>
          <p:cNvSpPr/>
          <p:nvPr userDrawn="1"/>
        </p:nvSpPr>
        <p:spPr>
          <a:xfrm>
            <a:off x="547951" y="2787774"/>
            <a:ext cx="3959992" cy="54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6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547951" y="1291508"/>
            <a:ext cx="3960000" cy="140420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Insert Your Image</a:t>
            </a:r>
            <a:endParaRPr lang="ko-KR" altLang="en-US" dirty="0"/>
          </a:p>
        </p:txBody>
      </p:sp>
      <p:sp>
        <p:nvSpPr>
          <p:cNvPr id="17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4627657" y="3415796"/>
            <a:ext cx="3960000" cy="140420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Insert Your Image</a:t>
            </a:r>
            <a:endParaRPr lang="ko-KR" altLang="en-US" dirty="0"/>
          </a:p>
        </p:txBody>
      </p:sp>
      <p:sp>
        <p:nvSpPr>
          <p:cNvPr id="18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4627657" y="1291508"/>
            <a:ext cx="3960000" cy="140420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Insert Your Image</a:t>
            </a:r>
            <a:endParaRPr lang="ko-KR" altLang="en-US" dirty="0"/>
          </a:p>
        </p:txBody>
      </p:sp>
      <p:sp>
        <p:nvSpPr>
          <p:cNvPr id="19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547951" y="3415796"/>
            <a:ext cx="3960000" cy="140420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Insert Your Image</a:t>
            </a:r>
            <a:endParaRPr lang="ko-KR" altLang="en-US" dirty="0"/>
          </a:p>
        </p:txBody>
      </p:sp>
      <p:sp>
        <p:nvSpPr>
          <p:cNvPr id="20" name="Rectangle 19"/>
          <p:cNvSpPr/>
          <p:nvPr userDrawn="1"/>
        </p:nvSpPr>
        <p:spPr>
          <a:xfrm>
            <a:off x="4627665" y="2806575"/>
            <a:ext cx="3959992" cy="540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452612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8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81632"/>
            <a:ext cx="9144000" cy="57606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6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4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323528" y="987574"/>
            <a:ext cx="4176464" cy="223224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5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4644008" y="2571750"/>
            <a:ext cx="4176464" cy="223224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45205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8_Basic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8" y="85378"/>
            <a:ext cx="7200800" cy="576064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4000" b="0" baseline="0">
                <a:solidFill>
                  <a:schemeClr val="bg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323528" y="661442"/>
            <a:ext cx="7200800" cy="288032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400" b="0" baseline="0">
                <a:solidFill>
                  <a:schemeClr val="bg1"/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0" y="0"/>
            <a:ext cx="193770" cy="103723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323528" y="1315361"/>
            <a:ext cx="4176464" cy="194421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9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4644008" y="2899537"/>
            <a:ext cx="4176464" cy="194421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525146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7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206337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hapes se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242646" y="92609"/>
            <a:ext cx="8679898" cy="5431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05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r>
              <a:rPr lang="en-US" altLang="ko-KR" dirty="0"/>
              <a:t>Fully Editable Shapes</a:t>
            </a:r>
          </a:p>
        </p:txBody>
      </p:sp>
    </p:spTree>
    <p:extLst>
      <p:ext uri="{BB962C8B-B14F-4D97-AF65-F5344CB8AC3E}">
        <p14:creationId xmlns:p14="http://schemas.microsoft.com/office/powerpoint/2010/main" val="5056496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con se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23478"/>
            <a:ext cx="9144000" cy="57606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6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ICON SETS LAYOUT</a:t>
            </a:r>
          </a:p>
        </p:txBody>
      </p:sp>
      <p:grpSp>
        <p:nvGrpSpPr>
          <p:cNvPr id="5" name="Group 4"/>
          <p:cNvGrpSpPr/>
          <p:nvPr userDrawn="1"/>
        </p:nvGrpSpPr>
        <p:grpSpPr>
          <a:xfrm>
            <a:off x="354008" y="1131589"/>
            <a:ext cx="2849840" cy="3649171"/>
            <a:chOff x="354008" y="1131589"/>
            <a:chExt cx="2849840" cy="3649171"/>
          </a:xfrm>
        </p:grpSpPr>
        <p:sp>
          <p:nvSpPr>
            <p:cNvPr id="6" name="Rounded Rectangle 5"/>
            <p:cNvSpPr/>
            <p:nvPr/>
          </p:nvSpPr>
          <p:spPr>
            <a:xfrm>
              <a:off x="354008" y="1131589"/>
              <a:ext cx="2849840" cy="3649171"/>
            </a:xfrm>
            <a:prstGeom prst="roundRect">
              <a:avLst>
                <a:gd name="adj" fmla="val 3968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531932" y="1347500"/>
              <a:ext cx="108520" cy="3240473"/>
            </a:xfrm>
            <a:prstGeom prst="roundRect">
              <a:avLst>
                <a:gd name="adj" fmla="val 50000"/>
              </a:avLst>
            </a:prstGeom>
            <a:solidFill>
              <a:schemeClr val="bg1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bg1"/>
                </a:solidFill>
              </a:endParaRPr>
            </a:p>
          </p:txBody>
        </p:sp>
        <p:sp>
          <p:nvSpPr>
            <p:cNvPr id="12" name="Half Frame 11"/>
            <p:cNvSpPr/>
            <p:nvPr/>
          </p:nvSpPr>
          <p:spPr>
            <a:xfrm rot="5400000">
              <a:off x="2592642" y="1238201"/>
              <a:ext cx="502331" cy="502331"/>
            </a:xfrm>
            <a:prstGeom prst="halfFrame">
              <a:avLst>
                <a:gd name="adj1" fmla="val 23728"/>
                <a:gd name="adj2" fmla="val 24642"/>
              </a:avLst>
            </a:prstGeom>
            <a:solidFill>
              <a:schemeClr val="bg1">
                <a:alpha val="2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381822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Break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 Same Side Corner Rectangle 3"/>
          <p:cNvSpPr/>
          <p:nvPr userDrawn="1"/>
        </p:nvSpPr>
        <p:spPr>
          <a:xfrm rot="5400000">
            <a:off x="2286105" y="-398432"/>
            <a:ext cx="1332147" cy="5904359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bg1">
              <a:alpha val="7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173610"/>
            <a:ext cx="4283968" cy="473576"/>
          </a:xfrm>
          <a:prstGeom prst="rect">
            <a:avLst/>
          </a:prstGeom>
        </p:spPr>
        <p:txBody>
          <a:bodyPr anchor="ctr"/>
          <a:lstStyle>
            <a:lvl1pPr marL="0" indent="0" algn="r">
              <a:buNone/>
              <a:defRPr sz="36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SECTION BREAK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2647186"/>
            <a:ext cx="4283968" cy="288032"/>
          </a:xfrm>
          <a:prstGeom prst="rect">
            <a:avLst/>
          </a:prstGeom>
        </p:spPr>
        <p:txBody>
          <a:bodyPr anchor="ctr"/>
          <a:lstStyle>
            <a:lvl1pPr marL="0" indent="0" algn="r">
              <a:buNone/>
              <a:defRPr sz="1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6" name="Oval 5"/>
          <p:cNvSpPr/>
          <p:nvPr userDrawn="1"/>
        </p:nvSpPr>
        <p:spPr>
          <a:xfrm>
            <a:off x="4608216" y="1977684"/>
            <a:ext cx="1152128" cy="1152128"/>
          </a:xfrm>
          <a:prstGeom prst="ellipse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82354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21.xml"/><Relationship Id="rId3" Type="http://schemas.openxmlformats.org/officeDocument/2006/relationships/slideLayout" Target="../slideLayouts/slideLayout6.xml"/><Relationship Id="rId7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20.xml"/><Relationship Id="rId2" Type="http://schemas.openxmlformats.org/officeDocument/2006/relationships/slideLayout" Target="../slideLayouts/slideLayout5.xml"/><Relationship Id="rId16" Type="http://schemas.openxmlformats.org/officeDocument/2006/relationships/slideLayout" Target="../slideLayouts/slideLayout19.xml"/><Relationship Id="rId1" Type="http://schemas.openxmlformats.org/officeDocument/2006/relationships/slideLayout" Target="../slideLayouts/slideLayout4.xml"/><Relationship Id="rId6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4.xml"/><Relationship Id="rId5" Type="http://schemas.openxmlformats.org/officeDocument/2006/relationships/slideLayout" Target="../slideLayouts/slideLayout8.xml"/><Relationship Id="rId1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13.xml"/><Relationship Id="rId19" Type="http://schemas.openxmlformats.org/officeDocument/2006/relationships/theme" Target="../theme/theme2.xml"/><Relationship Id="rId4" Type="http://schemas.openxmlformats.org/officeDocument/2006/relationships/slideLayout" Target="../slideLayouts/slideLayout7.xml"/><Relationship Id="rId9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7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366830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79" r:id="rId3"/>
  </p:sldLayoutIdLst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375555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52" r:id="rId2"/>
    <p:sldLayoutId id="2147483660" r:id="rId3"/>
    <p:sldLayoutId id="2147483661" r:id="rId4"/>
    <p:sldLayoutId id="2147483671" r:id="rId5"/>
    <p:sldLayoutId id="2147483655" r:id="rId6"/>
    <p:sldLayoutId id="2147483672" r:id="rId7"/>
    <p:sldLayoutId id="2147483675" r:id="rId8"/>
    <p:sldLayoutId id="2147483663" r:id="rId9"/>
    <p:sldLayoutId id="2147483674" r:id="rId10"/>
    <p:sldLayoutId id="2147483665" r:id="rId11"/>
    <p:sldLayoutId id="2147483666" r:id="rId12"/>
    <p:sldLayoutId id="2147483673" r:id="rId13"/>
    <p:sldLayoutId id="2147483669" r:id="rId14"/>
    <p:sldLayoutId id="2147483676" r:id="rId15"/>
    <p:sldLayoutId id="2147483668" r:id="rId16"/>
    <p:sldLayoutId id="2147483677" r:id="rId17"/>
    <p:sldLayoutId id="2147483656" r:id="rId18"/>
  </p:sldLayoutIdLst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547107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</p:sldLayoutIdLst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1219200" y="592869"/>
            <a:ext cx="6703214" cy="3949067"/>
            <a:chOff x="1219200" y="592869"/>
            <a:chExt cx="6703214" cy="3949067"/>
          </a:xfrm>
        </p:grpSpPr>
        <p:sp>
          <p:nvSpPr>
            <p:cNvPr id="19" name="Round Same Side Corner Rectangle 18"/>
            <p:cNvSpPr/>
            <p:nvPr/>
          </p:nvSpPr>
          <p:spPr>
            <a:xfrm rot="10800000">
              <a:off x="1219200" y="1055784"/>
              <a:ext cx="6703213" cy="3486152"/>
            </a:xfrm>
            <a:prstGeom prst="round2SameRect">
              <a:avLst>
                <a:gd name="adj1" fmla="val 3138"/>
                <a:gd name="adj2" fmla="val 0"/>
              </a:avLst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95000"/>
                </a:schemeClr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" name="Group 1"/>
            <p:cNvGrpSpPr/>
            <p:nvPr/>
          </p:nvGrpSpPr>
          <p:grpSpPr>
            <a:xfrm>
              <a:off x="1219201" y="592869"/>
              <a:ext cx="6703213" cy="457199"/>
              <a:chOff x="465338" y="228600"/>
              <a:chExt cx="8450062" cy="609599"/>
            </a:xfrm>
          </p:grpSpPr>
          <p:grpSp>
            <p:nvGrpSpPr>
              <p:cNvPr id="24" name="Group 23"/>
              <p:cNvGrpSpPr/>
              <p:nvPr/>
            </p:nvGrpSpPr>
            <p:grpSpPr>
              <a:xfrm>
                <a:off x="465338" y="228600"/>
                <a:ext cx="8450062" cy="609599"/>
                <a:chOff x="465338" y="1066800"/>
                <a:chExt cx="8450062" cy="609599"/>
              </a:xfrm>
            </p:grpSpPr>
            <p:sp>
              <p:nvSpPr>
                <p:cNvPr id="18" name="Round Same Side Corner Rectangle 17"/>
                <p:cNvSpPr/>
                <p:nvPr/>
              </p:nvSpPr>
              <p:spPr>
                <a:xfrm>
                  <a:off x="465338" y="1066800"/>
                  <a:ext cx="8450062" cy="609599"/>
                </a:xfrm>
                <a:prstGeom prst="round2SameRect">
                  <a:avLst>
                    <a:gd name="adj1" fmla="val 8618"/>
                    <a:gd name="adj2" fmla="val 0"/>
                  </a:avLst>
                </a:prstGeom>
                <a:solidFill>
                  <a:schemeClr val="tx1">
                    <a:lumMod val="75000"/>
                    <a:lumOff val="25000"/>
                  </a:schemeClr>
                </a:solidFill>
                <a:ln>
                  <a:solidFill>
                    <a:schemeClr val="tx1">
                      <a:lumMod val="75000"/>
                      <a:lumOff val="2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" name="Oval 19"/>
                <p:cNvSpPr/>
                <p:nvPr/>
              </p:nvSpPr>
              <p:spPr>
                <a:xfrm>
                  <a:off x="611820" y="1295399"/>
                  <a:ext cx="137159" cy="137160"/>
                </a:xfrm>
                <a:prstGeom prst="ellipse">
                  <a:avLst/>
                </a:prstGeom>
                <a:solidFill>
                  <a:srgbClr val="F3650D"/>
                </a:solidFill>
                <a:ln>
                  <a:solidFill>
                    <a:srgbClr val="F3650D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1" name="Oval 20"/>
                <p:cNvSpPr/>
                <p:nvPr/>
              </p:nvSpPr>
              <p:spPr>
                <a:xfrm>
                  <a:off x="886286" y="1295396"/>
                  <a:ext cx="137159" cy="137160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rgbClr val="FFFF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2" name="Oval 21"/>
                <p:cNvSpPr/>
                <p:nvPr/>
              </p:nvSpPr>
              <p:spPr>
                <a:xfrm>
                  <a:off x="1152616" y="1295399"/>
                  <a:ext cx="137159" cy="137160"/>
                </a:xfrm>
                <a:prstGeom prst="ellipse">
                  <a:avLst/>
                </a:prstGeom>
                <a:solidFill>
                  <a:srgbClr val="00FF00"/>
                </a:solidFill>
                <a:ln>
                  <a:solidFill>
                    <a:srgbClr val="00FF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3" name="TextBox 22"/>
                <p:cNvSpPr txBox="1"/>
                <p:nvPr/>
              </p:nvSpPr>
              <p:spPr>
                <a:xfrm>
                  <a:off x="1336554" y="1225476"/>
                  <a:ext cx="670763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200" b="1" spc="300" dirty="0">
                      <a:solidFill>
                        <a:schemeClr val="bg1"/>
                      </a:solidFill>
                      <a:latin typeface="Mistral" pitchFamily="66" charset="0"/>
                    </a:rPr>
                    <a:t>BERKENALAN DENGAN PEMROGRAMAN KOMPUTER</a:t>
                  </a:r>
                </a:p>
              </p:txBody>
            </p:sp>
          </p:grpSp>
          <p:cxnSp>
            <p:nvCxnSpPr>
              <p:cNvPr id="26" name="Straight Connector 25"/>
              <p:cNvCxnSpPr/>
              <p:nvPr/>
            </p:nvCxnSpPr>
            <p:spPr>
              <a:xfrm>
                <a:off x="8229600" y="228600"/>
                <a:ext cx="0" cy="609599"/>
              </a:xfrm>
              <a:prstGeom prst="line">
                <a:avLst/>
              </a:prstGeom>
              <a:ln w="19050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3" name="Round Same Side Corner Rectangle 12"/>
          <p:cNvSpPr/>
          <p:nvPr/>
        </p:nvSpPr>
        <p:spPr>
          <a:xfrm rot="10800000">
            <a:off x="1763223" y="1884122"/>
            <a:ext cx="5615162" cy="1829474"/>
          </a:xfrm>
          <a:prstGeom prst="round2SameRect">
            <a:avLst>
              <a:gd name="adj1" fmla="val 3138"/>
              <a:gd name="adj2" fmla="val 0"/>
            </a:avLst>
          </a:prstGeom>
          <a:solidFill>
            <a:schemeClr val="bg1">
              <a:lumMod val="95000"/>
            </a:schemeClr>
          </a:solidFill>
          <a:ln w="12700">
            <a:solidFill>
              <a:schemeClr val="tx1">
                <a:lumMod val="75000"/>
                <a:lumOff val="25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270023" y="1593622"/>
            <a:ext cx="601563" cy="601563"/>
          </a:xfrm>
          <a:prstGeom prst="ellips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</p:pic>
      <p:sp>
        <p:nvSpPr>
          <p:cNvPr id="16" name="Multiply 15"/>
          <p:cNvSpPr/>
          <p:nvPr/>
        </p:nvSpPr>
        <p:spPr>
          <a:xfrm>
            <a:off x="7564867" y="678591"/>
            <a:ext cx="182880" cy="274320"/>
          </a:xfrm>
          <a:prstGeom prst="mathMultiply">
            <a:avLst/>
          </a:prstGeom>
          <a:solidFill>
            <a:srgbClr val="CC0000"/>
          </a:solidFill>
          <a:ln w="127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1764401" y="2506472"/>
            <a:ext cx="561398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2" charset="0"/>
              </a:rPr>
              <a:t>#12 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2" charset="0"/>
              </a:rPr>
              <a:t>APA ITU </a:t>
            </a:r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2" charset="0"/>
              </a:rPr>
              <a:t>SOURCE CODE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2" charset="0"/>
              </a:rPr>
              <a:t>? BAGAIMANA CARA </a:t>
            </a:r>
          </a:p>
          <a:p>
            <a:pPr algn="ctr"/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2" charset="0"/>
              </a:rPr>
              <a:t>MEMBUATNYA?</a:t>
            </a:r>
          </a:p>
        </p:txBody>
      </p:sp>
    </p:spTree>
    <p:extLst>
      <p:ext uri="{BB962C8B-B14F-4D97-AF65-F5344CB8AC3E}">
        <p14:creationId xmlns:p14="http://schemas.microsoft.com/office/powerpoint/2010/main" val="12741086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1219198" y="1131590"/>
            <a:ext cx="6703215" cy="3548058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114300" indent="-114300">
              <a:spcAft>
                <a:spcPts val="600"/>
              </a:spcAft>
              <a:buFont typeface="Arial" pitchFamily="34" charset="0"/>
              <a:buChar char="•"/>
            </a:pPr>
            <a:r>
              <a:rPr lang="sv-SE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Source Code </a:t>
            </a:r>
            <a:r>
              <a:rPr lang="sv-SE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adalah rangkaian kode/sintaks/statement yang ditulis menggunakan suatu Bahasa Pemrograman</a:t>
            </a:r>
          </a:p>
          <a:p>
            <a:pPr marL="114300" indent="-114300">
              <a:spcAft>
                <a:spcPts val="600"/>
              </a:spcAft>
              <a:buFont typeface="Arial" pitchFamily="34" charset="0"/>
              <a:buChar char="•"/>
            </a:pPr>
            <a:r>
              <a:rPr lang="sv-SE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Source Code</a:t>
            </a:r>
            <a:r>
              <a:rPr lang="sv-SE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dituliskan dalam bentuk </a:t>
            </a:r>
            <a:r>
              <a:rPr lang="sv-SE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Plain Text </a:t>
            </a:r>
            <a:r>
              <a:rPr lang="sv-SE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bukan </a:t>
            </a:r>
            <a:r>
              <a:rPr lang="sv-SE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Rich Text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1219198" y="458366"/>
            <a:ext cx="6703216" cy="457200"/>
            <a:chOff x="1219198" y="495711"/>
            <a:chExt cx="6703216" cy="457200"/>
          </a:xfrm>
        </p:grpSpPr>
        <p:sp>
          <p:nvSpPr>
            <p:cNvPr id="15" name="Rectangle 14"/>
            <p:cNvSpPr/>
            <p:nvPr/>
          </p:nvSpPr>
          <p:spPr>
            <a:xfrm>
              <a:off x="1219198" y="495711"/>
              <a:ext cx="6703216" cy="4572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ontserrat" panose="00000500000000000000" pitchFamily="2" charset="0"/>
                </a:rPr>
                <a:t>SOURCE CODE (KODE SUMBER/KODE PROGRAM)</a:t>
              </a:r>
              <a:endPara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2" charset="0"/>
              </a:endParaRP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1219201" y="495711"/>
              <a:ext cx="76200" cy="45720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267869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544" y="794978"/>
            <a:ext cx="3919986" cy="4081028"/>
          </a:xfrm>
          <a:prstGeom prst="rect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0077" y="1400846"/>
            <a:ext cx="3907848" cy="2943023"/>
          </a:xfrm>
          <a:prstGeom prst="rect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</p:pic>
      <p:sp>
        <p:nvSpPr>
          <p:cNvPr id="5" name="Rectangle 4"/>
          <p:cNvSpPr/>
          <p:nvPr/>
        </p:nvSpPr>
        <p:spPr>
          <a:xfrm>
            <a:off x="1491433" y="195486"/>
            <a:ext cx="1872208" cy="457200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2" charset="0"/>
              </a:rPr>
              <a:t>RICH TEXT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  <a:latin typeface="Montserrat" panose="00000500000000000000" pitchFamily="2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667897" y="771550"/>
            <a:ext cx="1872208" cy="457200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2" charset="0"/>
              </a:rPr>
              <a:t>PLAIN TEXT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  <a:latin typeface="Montserrat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78077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1219198" y="1131590"/>
            <a:ext cx="6703215" cy="3548058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114300" indent="-114300">
              <a:spcAft>
                <a:spcPts val="600"/>
              </a:spcAft>
              <a:buFont typeface="Arial" pitchFamily="34" charset="0"/>
              <a:buChar char="•"/>
            </a:pPr>
            <a:r>
              <a:rPr lang="sv-SE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Source Code </a:t>
            </a:r>
            <a:r>
              <a:rPr lang="sv-SE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adalah rangkaian kode/sintaks/statement yang ditulis menggunakan suatu Bahasa Pemrograman</a:t>
            </a:r>
          </a:p>
          <a:p>
            <a:pPr marL="114300" indent="-114300">
              <a:spcAft>
                <a:spcPts val="600"/>
              </a:spcAft>
              <a:buFont typeface="Arial" pitchFamily="34" charset="0"/>
              <a:buChar char="•"/>
            </a:pPr>
            <a:r>
              <a:rPr lang="sv-SE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Source Code</a:t>
            </a:r>
            <a:r>
              <a:rPr lang="sv-SE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dituliskan dalam bentuk </a:t>
            </a:r>
            <a:r>
              <a:rPr lang="sv-SE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Plain Text </a:t>
            </a:r>
            <a:r>
              <a:rPr lang="sv-SE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bukan </a:t>
            </a:r>
            <a:r>
              <a:rPr lang="sv-SE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Rich Text</a:t>
            </a:r>
          </a:p>
          <a:p>
            <a:pPr marL="114300" indent="-114300">
              <a:spcAft>
                <a:spcPts val="600"/>
              </a:spcAft>
              <a:buFont typeface="Arial" pitchFamily="34" charset="0"/>
              <a:buChar char="•"/>
            </a:pPr>
            <a:r>
              <a:rPr lang="sv-SE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File dari </a:t>
            </a:r>
            <a:r>
              <a:rPr lang="sv-SE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Source Code</a:t>
            </a:r>
            <a:r>
              <a:rPr lang="sv-SE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tersebut disimpan dalam ekstensi bahasa pemrogramannya. Contoh :</a:t>
            </a:r>
          </a:p>
          <a:p>
            <a:pPr marL="685800" lvl="1" indent="-228600">
              <a:spcAft>
                <a:spcPts val="600"/>
              </a:spcAft>
              <a:buFont typeface="+mj-lt"/>
              <a:buAutoNum type="arabicPeriod"/>
            </a:pPr>
            <a:r>
              <a:rPr lang="sv-SE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Javascript : nama-file.js</a:t>
            </a:r>
          </a:p>
          <a:p>
            <a:pPr marL="685800" lvl="1" indent="-228600">
              <a:spcAft>
                <a:spcPts val="600"/>
              </a:spcAft>
              <a:buFont typeface="+mj-lt"/>
              <a:buAutoNum type="arabicPeriod"/>
            </a:pPr>
            <a:r>
              <a:rPr lang="sv-SE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PHP :</a:t>
            </a:r>
            <a:r>
              <a:rPr lang="sv-SE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</a:t>
            </a:r>
            <a:r>
              <a:rPr lang="sv-SE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nama-file.php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1219198" y="458366"/>
            <a:ext cx="6703216" cy="457200"/>
            <a:chOff x="1219198" y="495711"/>
            <a:chExt cx="6703216" cy="457200"/>
          </a:xfrm>
        </p:grpSpPr>
        <p:sp>
          <p:nvSpPr>
            <p:cNvPr id="15" name="Rectangle 14"/>
            <p:cNvSpPr/>
            <p:nvPr/>
          </p:nvSpPr>
          <p:spPr>
            <a:xfrm>
              <a:off x="1219198" y="495711"/>
              <a:ext cx="6703216" cy="4572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ontserrat" panose="00000500000000000000" pitchFamily="2" charset="0"/>
                </a:rPr>
                <a:t>SOURCE CODE (KODE SUMBER/KODE PROGRAM)</a:t>
              </a:r>
              <a:endPara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2" charset="0"/>
              </a:endParaRP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1219201" y="495711"/>
              <a:ext cx="76200" cy="45720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923237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544" y="794978"/>
            <a:ext cx="3919986" cy="4081028"/>
          </a:xfrm>
          <a:prstGeom prst="rect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0077" y="1400846"/>
            <a:ext cx="3907848" cy="2943023"/>
          </a:xfrm>
          <a:prstGeom prst="rect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</p:pic>
      <p:sp>
        <p:nvSpPr>
          <p:cNvPr id="5" name="Rectangle 4"/>
          <p:cNvSpPr/>
          <p:nvPr/>
        </p:nvSpPr>
        <p:spPr>
          <a:xfrm>
            <a:off x="1491433" y="195486"/>
            <a:ext cx="1872208" cy="457200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2" charset="0"/>
              </a:rPr>
              <a:t>RICH TEXT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  <a:latin typeface="Montserrat" panose="00000500000000000000" pitchFamily="2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667897" y="771550"/>
            <a:ext cx="1872208" cy="457200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2" charset="0"/>
              </a:rPr>
              <a:t>PLAIN TEXT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  <a:latin typeface="Montserrat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10178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1219198" y="1131590"/>
            <a:ext cx="6703215" cy="3548058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114300" indent="-114300">
              <a:spcAft>
                <a:spcPts val="600"/>
              </a:spcAft>
              <a:buFont typeface="Arial" pitchFamily="34" charset="0"/>
              <a:buChar char="•"/>
            </a:pPr>
            <a:r>
              <a:rPr lang="sv-SE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Code Editor </a:t>
            </a:r>
            <a:r>
              <a:rPr lang="sv-SE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adalah software (teks editor) yang dirancang khusus untuk menulis     Source Code</a:t>
            </a:r>
          </a:p>
          <a:p>
            <a:pPr marL="114300" indent="-114300">
              <a:buFont typeface="Arial" pitchFamily="34" charset="0"/>
              <a:buChar char="•"/>
            </a:pPr>
            <a:r>
              <a:rPr lang="sv-SE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Code Editor </a:t>
            </a:r>
            <a:r>
              <a:rPr lang="sv-SE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memiliki fitur-fitur khusus yang dapat membantu programmer </a:t>
            </a:r>
          </a:p>
          <a:p>
            <a:pPr marL="112713"/>
            <a:r>
              <a:rPr lang="sv-SE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menulis Source Code lebih cepat</a:t>
            </a:r>
          </a:p>
          <a:p>
            <a:pPr marL="112713"/>
            <a:endParaRPr lang="sv-SE" sz="1200" dirty="0">
              <a:solidFill>
                <a:schemeClr val="tx1">
                  <a:lumMod val="75000"/>
                  <a:lumOff val="25000"/>
                </a:schemeClr>
              </a:solidFill>
              <a:latin typeface="Montserrat" pitchFamily="2" charset="0"/>
            </a:endParaRPr>
          </a:p>
          <a:p>
            <a:pPr marL="111125" indent="-111125">
              <a:buFont typeface="Arial" pitchFamily="34" charset="0"/>
              <a:buChar char="•"/>
            </a:pPr>
            <a:r>
              <a:rPr lang="sv-SE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Contoh :</a:t>
            </a:r>
          </a:p>
          <a:p>
            <a:pPr marL="685800" lvl="1" indent="-228600">
              <a:buFont typeface="+mj-lt"/>
              <a:buAutoNum type="arabicPeriod"/>
            </a:pPr>
            <a:r>
              <a:rPr lang="sv-SE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Notepad++</a:t>
            </a:r>
          </a:p>
          <a:p>
            <a:pPr marL="685800" lvl="1" indent="-228600">
              <a:buFont typeface="+mj-lt"/>
              <a:buAutoNum type="arabicPeriod"/>
            </a:pPr>
            <a:r>
              <a:rPr lang="sv-SE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Sublime Text</a:t>
            </a:r>
          </a:p>
          <a:p>
            <a:pPr marL="685800" lvl="1" indent="-228600">
              <a:buFont typeface="+mj-lt"/>
              <a:buAutoNum type="arabicPeriod"/>
            </a:pPr>
            <a:r>
              <a:rPr lang="sv-SE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Atom</a:t>
            </a:r>
          </a:p>
          <a:p>
            <a:pPr marL="685800" lvl="1" indent="-228600">
              <a:buFont typeface="+mj-lt"/>
              <a:buAutoNum type="arabicPeriod"/>
            </a:pPr>
            <a:r>
              <a:rPr lang="sv-SE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Visual Studio Code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1219198" y="458366"/>
            <a:ext cx="6703216" cy="457200"/>
            <a:chOff x="1219198" y="495711"/>
            <a:chExt cx="6703216" cy="457200"/>
          </a:xfrm>
        </p:grpSpPr>
        <p:sp>
          <p:nvSpPr>
            <p:cNvPr id="15" name="Rectangle 14"/>
            <p:cNvSpPr/>
            <p:nvPr/>
          </p:nvSpPr>
          <p:spPr>
            <a:xfrm>
              <a:off x="1219198" y="495711"/>
              <a:ext cx="6703216" cy="4572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ontserrat" panose="00000500000000000000" pitchFamily="2" charset="0"/>
                </a:rPr>
                <a:t>CODE EDITOR</a:t>
              </a:r>
              <a:endPara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2" charset="0"/>
              </a:endParaRP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1219201" y="495711"/>
              <a:ext cx="76200" cy="45720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57940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1219198" y="1131590"/>
            <a:ext cx="6703215" cy="3548058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114300" indent="-114300">
              <a:spcAft>
                <a:spcPts val="600"/>
              </a:spcAft>
              <a:buFont typeface="Arial" pitchFamily="34" charset="0"/>
              <a:buChar char="•"/>
            </a:pPr>
            <a:r>
              <a:rPr lang="sv-SE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IDE </a:t>
            </a:r>
            <a:r>
              <a:rPr lang="sv-SE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adalah software yang dirancang khusus untuk membuat program dengan        fitur-fitur yang lebih kompleks dibandingkan Code Editor</a:t>
            </a:r>
          </a:p>
          <a:p>
            <a:pPr marL="114300" indent="-114300">
              <a:buFont typeface="Arial" pitchFamily="34" charset="0"/>
              <a:buChar char="•"/>
            </a:pPr>
            <a:r>
              <a:rPr lang="sv-SE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Sebuah </a:t>
            </a:r>
            <a:r>
              <a:rPr lang="sv-SE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IDE </a:t>
            </a:r>
            <a:r>
              <a:rPr lang="sv-SE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setidaknya memiliki fitur :</a:t>
            </a:r>
          </a:p>
          <a:p>
            <a:pPr marL="685800" lvl="1" indent="-228600">
              <a:buFont typeface="+mj-lt"/>
              <a:buAutoNum type="arabicPeriod"/>
            </a:pPr>
            <a:r>
              <a:rPr lang="sv-SE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Editor</a:t>
            </a:r>
          </a:p>
          <a:p>
            <a:pPr marL="685800" lvl="1" indent="-228600">
              <a:buFont typeface="+mj-lt"/>
              <a:buAutoNum type="arabicPeriod"/>
            </a:pPr>
            <a:r>
              <a:rPr lang="sv-SE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Compiler</a:t>
            </a:r>
          </a:p>
          <a:p>
            <a:pPr marL="685800" lvl="1" indent="-228600">
              <a:buFont typeface="+mj-lt"/>
              <a:buAutoNum type="arabicPeriod"/>
            </a:pPr>
            <a:r>
              <a:rPr lang="sv-SE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Linker</a:t>
            </a:r>
          </a:p>
          <a:p>
            <a:pPr marL="685800" lvl="1" indent="-228600">
              <a:spcAft>
                <a:spcPts val="600"/>
              </a:spcAft>
              <a:buFont typeface="+mj-lt"/>
              <a:buAutoNum type="arabicPeriod"/>
            </a:pPr>
            <a:r>
              <a:rPr lang="sv-SE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Debuger</a:t>
            </a:r>
          </a:p>
          <a:p>
            <a:pPr marL="111125" indent="-111125">
              <a:buFont typeface="Arial" pitchFamily="34" charset="0"/>
              <a:buChar char="•"/>
            </a:pPr>
            <a:r>
              <a:rPr lang="sv-SE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Contoh :</a:t>
            </a:r>
          </a:p>
          <a:p>
            <a:pPr marL="685800" lvl="1" indent="-228600">
              <a:buFont typeface="+mj-lt"/>
              <a:buAutoNum type="arabicPeriod"/>
            </a:pPr>
            <a:r>
              <a:rPr lang="sv-SE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NetBeans</a:t>
            </a:r>
          </a:p>
          <a:p>
            <a:pPr marL="685800" lvl="1" indent="-228600">
              <a:buFont typeface="+mj-lt"/>
              <a:buAutoNum type="arabicPeriod"/>
            </a:pPr>
            <a:r>
              <a:rPr lang="sv-SE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PHP Storm</a:t>
            </a:r>
          </a:p>
          <a:p>
            <a:pPr marL="685800" lvl="1" indent="-228600">
              <a:buFont typeface="+mj-lt"/>
              <a:buAutoNum type="arabicPeriod"/>
            </a:pPr>
            <a:r>
              <a:rPr lang="sv-SE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Dreamweaver</a:t>
            </a:r>
          </a:p>
          <a:p>
            <a:pPr marL="685800" lvl="1" indent="-228600">
              <a:buFont typeface="+mj-lt"/>
              <a:buAutoNum type="arabicPeriod"/>
            </a:pPr>
            <a:r>
              <a:rPr lang="sv-SE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Android Studio</a:t>
            </a:r>
          </a:p>
          <a:p>
            <a:pPr marL="685800" lvl="1" indent="-228600">
              <a:buFont typeface="+mj-lt"/>
              <a:buAutoNum type="arabicPeriod"/>
            </a:pPr>
            <a:r>
              <a:rPr lang="sv-SE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Microsoft Visual Studio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1219198" y="458366"/>
            <a:ext cx="6703216" cy="457200"/>
            <a:chOff x="1219198" y="495711"/>
            <a:chExt cx="6703216" cy="457200"/>
          </a:xfrm>
        </p:grpSpPr>
        <p:sp>
          <p:nvSpPr>
            <p:cNvPr id="15" name="Rectangle 14"/>
            <p:cNvSpPr/>
            <p:nvPr/>
          </p:nvSpPr>
          <p:spPr>
            <a:xfrm>
              <a:off x="1219198" y="495711"/>
              <a:ext cx="6703216" cy="4572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ontserrat" panose="00000500000000000000" pitchFamily="2" charset="0"/>
                </a:rPr>
                <a:t>INTEGRATED DEVELOPMENT ENVIRONMENT (IDE)</a:t>
              </a:r>
              <a:endPara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2" charset="0"/>
              </a:endParaRP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1219201" y="495711"/>
              <a:ext cx="76200" cy="45720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839364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Cover and End Slide Master">
  <a:themeElements>
    <a:clrScheme name="ALLPPT-COLOR-A28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EB494B"/>
      </a:accent1>
      <a:accent2>
        <a:srgbClr val="3F3F3F"/>
      </a:accent2>
      <a:accent3>
        <a:srgbClr val="EB494B"/>
      </a:accent3>
      <a:accent4>
        <a:srgbClr val="3F3F3F"/>
      </a:accent4>
      <a:accent5>
        <a:srgbClr val="EB494B"/>
      </a:accent5>
      <a:accent6>
        <a:srgbClr val="3F3F3F"/>
      </a:accent6>
      <a:hlink>
        <a:srgbClr val="0000FF"/>
      </a:hlink>
      <a:folHlink>
        <a:srgbClr val="800080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ontents Slide Master">
  <a:themeElements>
    <a:clrScheme name="ALLPPT-COLOR-A28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EB494B"/>
      </a:accent1>
      <a:accent2>
        <a:srgbClr val="3F3F3F"/>
      </a:accent2>
      <a:accent3>
        <a:srgbClr val="EB494B"/>
      </a:accent3>
      <a:accent4>
        <a:srgbClr val="3F3F3F"/>
      </a:accent4>
      <a:accent5>
        <a:srgbClr val="EB494B"/>
      </a:accent5>
      <a:accent6>
        <a:srgbClr val="3F3F3F"/>
      </a:accent6>
      <a:hlink>
        <a:srgbClr val="0000FF"/>
      </a:hlink>
      <a:folHlink>
        <a:srgbClr val="800080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tx1">
            <a:lumMod val="75000"/>
            <a:lumOff val="25000"/>
          </a:schemeClr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3.xml><?xml version="1.0" encoding="utf-8"?>
<a:theme xmlns:a="http://schemas.openxmlformats.org/drawingml/2006/main" name="Section Break Slide Master">
  <a:themeElements>
    <a:clrScheme name="ALLPPT-COLOR-A28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EB494B"/>
      </a:accent1>
      <a:accent2>
        <a:srgbClr val="3F3F3F"/>
      </a:accent2>
      <a:accent3>
        <a:srgbClr val="EB494B"/>
      </a:accent3>
      <a:accent4>
        <a:srgbClr val="3F3F3F"/>
      </a:accent4>
      <a:accent5>
        <a:srgbClr val="EB494B"/>
      </a:accent5>
      <a:accent6>
        <a:srgbClr val="3F3F3F"/>
      </a:accent6>
      <a:hlink>
        <a:srgbClr val="0000FF"/>
      </a:hlink>
      <a:folHlink>
        <a:srgbClr val="800080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3894</TotalTime>
  <Words>199</Words>
  <Application>Microsoft Office PowerPoint</Application>
  <PresentationFormat>On-screen Show (16:9)</PresentationFormat>
  <Paragraphs>39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Arial</vt:lpstr>
      <vt:lpstr>Calibri</vt:lpstr>
      <vt:lpstr>Mistral</vt:lpstr>
      <vt:lpstr>Montserrat</vt:lpstr>
      <vt:lpstr>Cover and End Slide Master</vt:lpstr>
      <vt:lpstr>Contents Slide Master</vt:lpstr>
      <vt:lpstr>Section Break Slide Master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GoogleSlidesPPT.com;Allppt.com</dc:creator>
  <cp:lastModifiedBy>ekyzupaldry@gmail.com</cp:lastModifiedBy>
  <cp:revision>374</cp:revision>
  <dcterms:created xsi:type="dcterms:W3CDTF">2016-12-05T23:26:54Z</dcterms:created>
  <dcterms:modified xsi:type="dcterms:W3CDTF">2023-06-25T16:49:49Z</dcterms:modified>
</cp:coreProperties>
</file>