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9"/>
  </p:notesMasterIdLst>
  <p:handoutMasterIdLst>
    <p:handoutMasterId r:id="rId10"/>
  </p:handoutMasterIdLst>
  <p:sldIdLst>
    <p:sldId id="276" r:id="rId4"/>
    <p:sldId id="278" r:id="rId5"/>
    <p:sldId id="281" r:id="rId6"/>
    <p:sldId id="279" r:id="rId7"/>
    <p:sldId id="280" r:id="rId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22" autoAdjust="0"/>
  </p:normalViewPr>
  <p:slideViewPr>
    <p:cSldViewPr>
      <p:cViewPr varScale="1">
        <p:scale>
          <a:sx n="87" d="100"/>
          <a:sy n="87" d="100"/>
        </p:scale>
        <p:origin x="162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RAKYAT NGODING</a:t>
            </a:r>
          </a:p>
        </p:txBody>
      </p:sp>
    </p:spTree>
    <p:extLst>
      <p:ext uri="{BB962C8B-B14F-4D97-AF65-F5344CB8AC3E}">
        <p14:creationId xmlns:p14="http://schemas.microsoft.com/office/powerpoint/2010/main" val="124346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#2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PENGERTIAN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,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BAHASA PEMROGRAMAN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, DAN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PROGRAMMER</a:t>
            </a:r>
          </a:p>
        </p:txBody>
      </p:sp>
    </p:spTree>
    <p:extLst>
      <p:ext uri="{BB962C8B-B14F-4D97-AF65-F5344CB8AC3E}">
        <p14:creationId xmlns:p14="http://schemas.microsoft.com/office/powerpoint/2010/main" val="177977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340387" y="1156988"/>
            <a:ext cx="3168526" cy="944488"/>
            <a:chOff x="475627" y="2275334"/>
            <a:chExt cx="3168526" cy="944488"/>
          </a:xfrm>
        </p:grpSpPr>
        <p:sp>
          <p:nvSpPr>
            <p:cNvPr id="21" name="Rectangle 20"/>
            <p:cNvSpPr/>
            <p:nvPr/>
          </p:nvSpPr>
          <p:spPr>
            <a:xfrm>
              <a:off x="475627" y="2427734"/>
              <a:ext cx="3168526" cy="792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U</a:t>
              </a:r>
              <a:r>
                <a:rPr lang="sv-S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rutan perintah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/instruksi</a:t>
              </a:r>
              <a:r>
                <a:rPr lang="sv-S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sv-SE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yang benar, </a:t>
              </a:r>
            </a:p>
            <a:p>
              <a:r>
                <a:rPr lang="sv-SE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terstruktur, dan </a:t>
              </a:r>
              <a:r>
                <a:rPr lang="sv-S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diberikan pada </a:t>
              </a:r>
              <a:r>
                <a:rPr lang="sv-SE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komputer </a:t>
              </a:r>
            </a:p>
            <a:p>
              <a:r>
                <a:rPr lang="sv-S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untuk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menjalankan</a:t>
              </a:r>
              <a:r>
                <a:rPr lang="sv-S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tugas tertentu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4226" y="2275334"/>
              <a:ext cx="1707533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PROGRAM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338642" y="2300732"/>
            <a:ext cx="3168526" cy="944488"/>
            <a:chOff x="475627" y="2275334"/>
            <a:chExt cx="3168526" cy="944488"/>
          </a:xfrm>
        </p:grpSpPr>
        <p:sp>
          <p:nvSpPr>
            <p:cNvPr id="24" name="Rectangle 23"/>
            <p:cNvSpPr/>
            <p:nvPr/>
          </p:nvSpPr>
          <p:spPr>
            <a:xfrm>
              <a:off x="475627" y="2427734"/>
              <a:ext cx="3168526" cy="792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Gabungan beberapa program yang 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memiliki fungsi kompleks dan punya 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GUI (Gra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ph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ic User Interface)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226" y="2275334"/>
              <a:ext cx="1707533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APLIKASI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860696" y="1491630"/>
            <a:ext cx="2776737" cy="45744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=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857003" y="2021084"/>
            <a:ext cx="2776737" cy="100811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lebih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kompleks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daripada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</a:t>
            </a:r>
            <a:endParaRPr lang="en-US" sz="1400" b="1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03648" y="1860054"/>
            <a:ext cx="3168526" cy="944488"/>
            <a:chOff x="475627" y="2275334"/>
            <a:chExt cx="3168526" cy="944488"/>
          </a:xfrm>
        </p:grpSpPr>
        <p:sp>
          <p:nvSpPr>
            <p:cNvPr id="13" name="Rectangle 12"/>
            <p:cNvSpPr/>
            <p:nvPr/>
          </p:nvSpPr>
          <p:spPr>
            <a:xfrm>
              <a:off x="475627" y="2427734"/>
              <a:ext cx="3168526" cy="792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Proses membuat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Program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komputer 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menggunakan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Bahasa Pemrograman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04226" y="2275334"/>
              <a:ext cx="1707533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PEMROGRAMAN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66232" y="1860054"/>
            <a:ext cx="3594200" cy="944488"/>
            <a:chOff x="3779912" y="2276799"/>
            <a:chExt cx="3594200" cy="1143744"/>
          </a:xfrm>
        </p:grpSpPr>
        <p:sp>
          <p:nvSpPr>
            <p:cNvPr id="18" name="Rectangle 17"/>
            <p:cNvSpPr/>
            <p:nvPr/>
          </p:nvSpPr>
          <p:spPr>
            <a:xfrm>
              <a:off x="3779912" y="2429199"/>
              <a:ext cx="3594200" cy="991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Sekumpulan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perintah/instruksi yang digunakan </a:t>
              </a:r>
              <a:r>
                <a:rPr lang="en-US" sz="11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Manusia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agar dapat berkomunikasi dengan 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komputer untuk membuat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Program</a:t>
              </a:r>
              <a:endParaRPr lang="id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08512" y="2276799"/>
              <a:ext cx="2435696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BAHASA PEMROGRAMAN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001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7784" y="212053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</a:p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Proses Pembuatan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03652" y="843558"/>
            <a:ext cx="257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</a:p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7763" y="341668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Program/Aplikasi</a:t>
            </a:r>
            <a:endParaRPr lang="id-ID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Hasil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3347864" y="1491630"/>
            <a:ext cx="288032" cy="5760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3347864" y="2715766"/>
            <a:ext cx="288032" cy="5760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 rot="16200000">
            <a:off x="4600087" y="2094116"/>
            <a:ext cx="360040" cy="5760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0072" y="212053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Programmer/Developer</a:t>
            </a:r>
          </a:p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Pelaku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Manusia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414665" y="2643758"/>
            <a:ext cx="2347117" cy="1005790"/>
            <a:chOff x="5414665" y="2643758"/>
            <a:chExt cx="2347117" cy="1005790"/>
          </a:xfrm>
        </p:grpSpPr>
        <p:sp>
          <p:nvSpPr>
            <p:cNvPr id="10" name="TextBox 9"/>
            <p:cNvSpPr txBox="1"/>
            <p:nvPr/>
          </p:nvSpPr>
          <p:spPr>
            <a:xfrm>
              <a:off x="5414665" y="2787774"/>
              <a:ext cx="2347117" cy="861774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Tukang Buat Program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</a:t>
              </a:r>
              <a:r>
                <a:rPr lang="id-ID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ukan</a:t>
              </a:r>
            </a:p>
            <a:p>
              <a:pPr algn="ctr"/>
              <a:r>
                <a:rPr lang="id-ID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Tukang Service Printer/Komputer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algn="ctr"/>
              <a:r>
                <a:rPr lang="id-ID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</a:t>
              </a:r>
              <a:r>
                <a:rPr lang="id-ID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ukan</a:t>
              </a:r>
              <a:endParaRPr lang="id-ID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algn="ctr"/>
              <a:r>
                <a:rPr lang="id-ID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Kang Hacker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cxnSp>
          <p:nvCxnSpPr>
            <p:cNvPr id="4" name="Straight Connector 3"/>
            <p:cNvCxnSpPr>
              <a:stCxn id="9" idx="2"/>
              <a:endCxn id="10" idx="0"/>
            </p:cNvCxnSpPr>
            <p:nvPr/>
          </p:nvCxnSpPr>
          <p:spPr>
            <a:xfrm>
              <a:off x="6588224" y="2643758"/>
              <a:ext cx="0" cy="144016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15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23" grpId="0" animBg="1"/>
      <p:bldP spid="24" grpId="0" animBg="1"/>
      <p:bldP spid="7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899592" y="987574"/>
            <a:ext cx="4032448" cy="1008112"/>
            <a:chOff x="475627" y="2275334"/>
            <a:chExt cx="3395722" cy="1101903"/>
          </a:xfrm>
        </p:grpSpPr>
        <p:sp>
          <p:nvSpPr>
            <p:cNvPr id="21" name="Rectangle 20"/>
            <p:cNvSpPr/>
            <p:nvPr/>
          </p:nvSpPr>
          <p:spPr>
            <a:xfrm>
              <a:off x="475627" y="2427734"/>
              <a:ext cx="3395722" cy="9495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itchFamily="34" charset="0"/>
                <a:buChar char="•"/>
              </a:pP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Orang yang menggunakan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Bahasa Pemrograman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untuk membuat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Program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Programmer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juga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biasa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disebut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Coder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4226" y="2275334"/>
              <a:ext cx="1707533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PROGRAMMER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97340" y="2139702"/>
            <a:ext cx="4034628" cy="1448544"/>
            <a:chOff x="475626" y="2275334"/>
            <a:chExt cx="3397556" cy="1448544"/>
          </a:xfrm>
        </p:grpSpPr>
        <p:sp>
          <p:nvSpPr>
            <p:cNvPr id="24" name="Rectangle 23"/>
            <p:cNvSpPr/>
            <p:nvPr/>
          </p:nvSpPr>
          <p:spPr>
            <a:xfrm>
              <a:off x="475626" y="2427734"/>
              <a:ext cx="3397556" cy="12961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itchFamily="34" charset="0"/>
                <a:buChar char="•"/>
              </a:pP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Programmer yang lebih terlatih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dari programmer 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4625"/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biasa karena tidak hanya menguasai </a:t>
              </a:r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Bahasa </a:t>
              </a:r>
              <a:endPara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4625"/>
              <a:r>
                <a:rPr lang="id-ID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Pemrograman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namun juga dapat membuat suatu produk dengan kemampuan kerja yang terstruktur</a:t>
              </a:r>
              <a:r>
                <a:rPr lang="id-ID" sz="11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id-ID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dan disiplin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Developer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juga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biasa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disebut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 </a:t>
              </a:r>
              <a:r>
                <a:rPr 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Software Engineer</a:t>
              </a:r>
            </a:p>
            <a:p>
              <a:pPr marL="346075" indent="-171450">
                <a:buFont typeface="Arial" pitchFamily="34" charset="0"/>
                <a:buChar char="•"/>
              </a:pP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226" y="2275334"/>
              <a:ext cx="1707533" cy="30773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14300"/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DEVELOPER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5724128" y="1610248"/>
            <a:ext cx="2776737" cy="45744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Developer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=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720435" y="2139702"/>
            <a:ext cx="2776737" cy="100811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Developer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lebih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sakti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daripada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  <a:endParaRPr lang="en-US" sz="1400" b="1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3482</TotalTime>
  <Words>176</Words>
  <Application>Microsoft Office PowerPoint</Application>
  <PresentationFormat>On-screen Show (16:9)</PresentationFormat>
  <Paragraphs>51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214</cp:revision>
  <dcterms:created xsi:type="dcterms:W3CDTF">2016-12-05T23:26:54Z</dcterms:created>
  <dcterms:modified xsi:type="dcterms:W3CDTF">2023-06-25T16:45:28Z</dcterms:modified>
</cp:coreProperties>
</file>