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8"/>
  </p:notesMasterIdLst>
  <p:handoutMasterIdLst>
    <p:handoutMasterId r:id="rId9"/>
  </p:handoutMasterIdLst>
  <p:sldIdLst>
    <p:sldId id="278" r:id="rId4"/>
    <p:sldId id="301" r:id="rId5"/>
    <p:sldId id="302" r:id="rId6"/>
    <p:sldId id="303" r:id="rId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9" autoAdjust="0"/>
    <p:restoredTop sz="94622" autoAdjust="0"/>
  </p:normalViewPr>
  <p:slideViewPr>
    <p:cSldViewPr>
      <p:cViewPr varScale="1">
        <p:scale>
          <a:sx n="87" d="100"/>
          <a:sy n="87" d="100"/>
        </p:scale>
        <p:origin x="558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014" y="2506472"/>
            <a:ext cx="51795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#10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PEMROGRAMAN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MOBILE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MOBILE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PROGRAMMING)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Aktivitas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bertujuan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berjalan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 </a:t>
            </a:r>
          </a:p>
          <a:p>
            <a:pPr marL="287338"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Mobile,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seperti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smartphone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tablet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85750" indent="-285750">
              <a:lnSpc>
                <a:spcPct val="130000"/>
              </a:lnSpc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Orang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melakukannya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disebut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Mobile Programmer (Mobile Developer)</a:t>
            </a:r>
          </a:p>
          <a:p>
            <a:pPr marL="285750" indent="-285750"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Adapun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beberapa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Mobile</a:t>
            </a:r>
          </a:p>
          <a:p>
            <a:pPr marL="288925">
              <a:tabLst>
                <a:tab pos="4114800" algn="l"/>
                <a:tab pos="4229100" algn="l"/>
              </a:tabLs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Programming :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Java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Kotlin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Objective – C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3489325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Swift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PEMROGRAMAN MOBILE (MOBILE PROGRAMMING)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656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Aktivitas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bertujuan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berjalan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 </a:t>
            </a:r>
          </a:p>
          <a:p>
            <a:pPr marL="287338">
              <a:spcAft>
                <a:spcPts val="600"/>
              </a:spcAft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Mobile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berbasis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Android </a:t>
            </a:r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87338" indent="-287338">
              <a:spcAft>
                <a:spcPts val="600"/>
              </a:spcAft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Orang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melakukannya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disebut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Android Programmer (Android Developer)</a:t>
            </a:r>
          </a:p>
          <a:p>
            <a:pPr marL="287338" indent="-287338"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Adapun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beberapa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Android </a:t>
            </a:r>
          </a:p>
          <a:p>
            <a:pPr marL="287338">
              <a:spcAft>
                <a:spcPts val="600"/>
              </a:spcAft>
              <a:tabLst>
                <a:tab pos="4114800" algn="l"/>
                <a:tab pos="4229100" algn="l"/>
              </a:tabLs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Programming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adalah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Java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Kotlin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87338" indent="-287338"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Contoh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melalui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Android Programming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dengan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mudah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kita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</a:p>
          <a:p>
            <a:pPr marL="287338"/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temukan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Play Store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PEMROGRAMAN ANDROID (ANDROID PROGRAMMING)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830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Aktivitas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bertujuan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berjalan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 </a:t>
            </a:r>
          </a:p>
          <a:p>
            <a:pPr marL="287338">
              <a:spcAft>
                <a:spcPts val="600"/>
              </a:spcAft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Mobile,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seperti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iPhone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 iPad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berbasis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iOS </a:t>
            </a:r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87338" indent="-287338"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iOS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(iPhone Operating System)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merupakan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operasi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dikembangkan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oleh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</a:p>
          <a:p>
            <a:pPr marL="287338">
              <a:spcAft>
                <a:spcPts val="600"/>
              </a:spcAft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perusahaan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Apple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khusus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perangkat-perangkat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mereka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buat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87338" indent="-287338">
              <a:spcAft>
                <a:spcPts val="600"/>
              </a:spcAft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Orang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melakukannya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disebut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iOS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Programmer (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iOS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Developer)</a:t>
            </a:r>
          </a:p>
          <a:p>
            <a:pPr marL="287338" indent="-287338"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Adapun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beberapa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iOS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Programming </a:t>
            </a:r>
          </a:p>
          <a:p>
            <a:pPr marL="287338">
              <a:spcAft>
                <a:spcPts val="600"/>
              </a:spcAft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adalah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Objective - C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Swift</a:t>
            </a:r>
          </a:p>
          <a:p>
            <a:pPr marL="287338" indent="-287338"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Contoh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melalui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iOS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Programming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dengan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mudah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kita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</a:p>
          <a:p>
            <a:pPr marL="287338"/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temukan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App Store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PEMROGRAMAN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iOS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 (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iOS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 PROGRAMMING)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75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3622</TotalTime>
  <Words>211</Words>
  <Application>Microsoft Office PowerPoint</Application>
  <PresentationFormat>On-screen Show (16:9)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375</cp:revision>
  <dcterms:created xsi:type="dcterms:W3CDTF">2016-12-05T23:26:54Z</dcterms:created>
  <dcterms:modified xsi:type="dcterms:W3CDTF">2023-06-25T16:49:07Z</dcterms:modified>
</cp:coreProperties>
</file>