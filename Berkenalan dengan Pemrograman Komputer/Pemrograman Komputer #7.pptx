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5"/>
  </p:notesMasterIdLst>
  <p:handoutMasterIdLst>
    <p:handoutMasterId r:id="rId6"/>
  </p:handoutMasterIdLst>
  <p:sldIdLst>
    <p:sldId id="278" r:id="rId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9" autoAdjust="0"/>
    <p:restoredTop sz="94622" autoAdjust="0"/>
  </p:normalViewPr>
  <p:slideViewPr>
    <p:cSldViewPr>
      <p:cViewPr varScale="1">
        <p:scale>
          <a:sx n="87" d="100"/>
          <a:sy n="87" d="100"/>
        </p:scale>
        <p:origin x="558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014" y="2506472"/>
            <a:ext cx="51795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#7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JENIS-JENIS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PEMROGRAMAN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DAN </a:t>
            </a:r>
          </a:p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PROGRAMMER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3563</TotalTime>
  <Words>10</Words>
  <Application>Microsoft Office PowerPoint</Application>
  <PresentationFormat>On-screen Show (16:9)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334</cp:revision>
  <dcterms:created xsi:type="dcterms:W3CDTF">2016-12-05T23:26:54Z</dcterms:created>
  <dcterms:modified xsi:type="dcterms:W3CDTF">2023-06-25T16:48:07Z</dcterms:modified>
</cp:coreProperties>
</file>