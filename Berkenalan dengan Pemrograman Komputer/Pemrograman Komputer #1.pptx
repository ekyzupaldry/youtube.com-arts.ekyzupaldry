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8"/>
  </p:notesMasterIdLst>
  <p:handoutMasterIdLst>
    <p:handoutMasterId r:id="rId9"/>
  </p:handoutMasterIdLst>
  <p:sldIdLst>
    <p:sldId id="275" r:id="rId4"/>
    <p:sldId id="276" r:id="rId5"/>
    <p:sldId id="274" r:id="rId6"/>
    <p:sldId id="278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87" d="100"/>
          <a:sy n="87" d="100"/>
        </p:scale>
        <p:origin x="162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19" y="1295399"/>
                  <a:ext cx="137160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60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7" y="1295399"/>
                  <a:ext cx="137160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2861569" y="1225475"/>
                  <a:ext cx="3657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SELAMAT DATANG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9C4ADC7-1002-44BA-A6AA-5A2A20AC6D49}"/>
              </a:ext>
            </a:extLst>
          </p:cNvPr>
          <p:cNvSpPr txBox="1"/>
          <p:nvPr/>
        </p:nvSpPr>
        <p:spPr>
          <a:xfrm>
            <a:off x="1219200" y="2487547"/>
            <a:ext cx="6703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The Arts of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Eky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 </a:t>
            </a:r>
            <a:r>
              <a:rPr 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cs typeface="Segoe UI Semibold" panose="020B0702040204020203" pitchFamily="34" charset="0"/>
              </a:rPr>
              <a:t>Zupaldry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4" y="1809750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4" name="Multiply 3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1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2399502" y="1805731"/>
            <a:ext cx="4342606" cy="2255280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1217" y="1504950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452277" y="2614194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 INTRO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|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PENGANTAR AJA DULU</a:t>
            </a:r>
          </a:p>
        </p:txBody>
      </p:sp>
    </p:spTree>
    <p:extLst>
      <p:ext uri="{BB962C8B-B14F-4D97-AF65-F5344CB8AC3E}">
        <p14:creationId xmlns:p14="http://schemas.microsoft.com/office/powerpoint/2010/main" val="177977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115174" y="1114363"/>
            <a:ext cx="6953202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Pengertian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b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</a:b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Programmer</a:t>
            </a:r>
            <a:endParaRPr lang="id-ID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Kenapa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harus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menggunakan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</a:t>
            </a: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Kenapa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banyak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</a:t>
            </a: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apa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saja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yang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harus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saya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pelajari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</a:t>
            </a: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mana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harus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saya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pelajari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terlebih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dahulu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</a:t>
            </a: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Jenis-Jenis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Programmer</a:t>
            </a: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Spesifikasi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dibutuhkan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belajar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15173" y="441139"/>
            <a:ext cx="6953203" cy="457200"/>
            <a:chOff x="1218772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8772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MATERI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737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115174" y="1114363"/>
            <a:ext cx="6953202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Kemampuan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dasar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harus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saya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miliki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Inggris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Matematika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</a:t>
            </a: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Harus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punya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latar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belakang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IT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</a:t>
            </a: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bisa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jadi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?</a:t>
            </a:r>
            <a:endParaRPr lang="id-ID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Alasan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pentingnya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belajar </a:t>
            </a: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Tahapan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Belajar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15173" y="441139"/>
            <a:ext cx="6953203" cy="457200"/>
            <a:chOff x="1218772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8772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MATERI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008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3324</TotalTime>
  <Words>106</Words>
  <Application>Microsoft Office PowerPoint</Application>
  <PresentationFormat>On-screen Show (16:9)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174</cp:revision>
  <dcterms:created xsi:type="dcterms:W3CDTF">2016-12-05T23:26:54Z</dcterms:created>
  <dcterms:modified xsi:type="dcterms:W3CDTF">2023-06-25T16:58:18Z</dcterms:modified>
</cp:coreProperties>
</file>