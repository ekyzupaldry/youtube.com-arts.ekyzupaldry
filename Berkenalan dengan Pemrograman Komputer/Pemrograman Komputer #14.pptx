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7"/>
  </p:notesMasterIdLst>
  <p:handoutMasterIdLst>
    <p:handoutMasterId r:id="rId8"/>
  </p:handoutMasterIdLst>
  <p:sldIdLst>
    <p:sldId id="278" r:id="rId4"/>
    <p:sldId id="279" r:id="rId5"/>
    <p:sldId id="280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94622" autoAdjust="0"/>
  </p:normalViewPr>
  <p:slideViewPr>
    <p:cSldViewPr>
      <p:cViewPr varScale="1">
        <p:scale>
          <a:sx n="87" d="100"/>
          <a:sy n="87" d="100"/>
        </p:scale>
        <p:origin x="558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64401" y="2506472"/>
            <a:ext cx="56139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#14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SPESIFIKASI PERANGKAT YANG DIBUTUHKAN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UNTUK BELAJAR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9198" y="1131590"/>
            <a:ext cx="6703215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Laptop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atau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Dekstop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? : 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Anggaran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(Budget)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Portabilitas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Processor : Intel Celeron (processor lain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setara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RAM : DDR2, 1GB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HDD/SSD : 512GB / 256GB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Kartu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Grafis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(Graphic Card) : Game Programmer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Resolusi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Layar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(Screen Resolution) : 1366x768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: Windows/Linux/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macOS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(64-bit)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: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Tergantung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Jenis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28600" indent="-228600">
              <a:lnSpc>
                <a:spcPct val="150000"/>
              </a:lnSpc>
              <a:buFont typeface="Arial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19198" y="458366"/>
            <a:ext cx="6703216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SPESIFIKASI PERANGKAT YANG DIBUTUHKAN UNTUK BELAJAR 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672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9198" y="1131590"/>
            <a:ext cx="6703215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Web Programming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Desktop Programming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Mobile Programming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Embedded System Programming : Microcontroller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19198" y="458366"/>
            <a:ext cx="6703216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SPESIFIKASI PERANGKAT YANG DIBUTUHKAN UNTUK BELAJAR 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71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3842</TotalTime>
  <Words>104</Words>
  <Application>Microsoft Office PowerPoint</Application>
  <PresentationFormat>On-screen Show (16:9)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370</cp:revision>
  <dcterms:created xsi:type="dcterms:W3CDTF">2016-12-05T23:26:54Z</dcterms:created>
  <dcterms:modified xsi:type="dcterms:W3CDTF">2023-06-25T16:50:20Z</dcterms:modified>
</cp:coreProperties>
</file>