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7"/>
  </p:notesMasterIdLst>
  <p:handoutMasterIdLst>
    <p:handoutMasterId r:id="rId8"/>
  </p:handoutMasterIdLst>
  <p:sldIdLst>
    <p:sldId id="278" r:id="rId4"/>
    <p:sldId id="299" r:id="rId5"/>
    <p:sldId id="300" r:id="rId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59" autoAdjust="0"/>
    <p:restoredTop sz="94622" autoAdjust="0"/>
  </p:normalViewPr>
  <p:slideViewPr>
    <p:cSldViewPr>
      <p:cViewPr varScale="1">
        <p:scale>
          <a:sx n="87" d="100"/>
          <a:sy n="87" d="100"/>
        </p:scale>
        <p:origin x="558" y="84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1763223" y="1884122"/>
            <a:ext cx="5615162" cy="1829474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3" y="1593622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81014" y="2506472"/>
            <a:ext cx="51795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#9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PEMROGRAMAN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 DEKSTOP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 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(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DEKSTOP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 PROGRAMMING)</a:t>
            </a:r>
          </a:p>
        </p:txBody>
      </p:sp>
    </p:spTree>
    <p:extLst>
      <p:ext uri="{BB962C8B-B14F-4D97-AF65-F5344CB8AC3E}">
        <p14:creationId xmlns:p14="http://schemas.microsoft.com/office/powerpoint/2010/main" val="127410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1560" y="1083010"/>
            <a:ext cx="7632847" cy="300090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Aktivitas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bertujuan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untuk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membuat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aplikasi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dapat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berjalan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di </a:t>
            </a:r>
          </a:p>
          <a:p>
            <a:pPr marL="287338"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Perangkat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Dekstop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seperti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Desktop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Laptop</a:t>
            </a:r>
          </a:p>
          <a:p>
            <a:pPr marL="285750" indent="-285750">
              <a:lnSpc>
                <a:spcPct val="130000"/>
              </a:lnSpc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Orang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melakukannya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disebut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Dekstop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Programmer (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Dekstop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Developer)</a:t>
            </a:r>
          </a:p>
          <a:p>
            <a:pPr marL="285750" indent="-285750"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Adapun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beberapa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dapat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digunakan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dalam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Dekstop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</a:p>
          <a:p>
            <a:pPr marL="288925">
              <a:tabLst>
                <a:tab pos="4114800" algn="l"/>
                <a:tab pos="4229100" algn="l"/>
              </a:tabLst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Programming : </a:t>
            </a:r>
          </a:p>
          <a:p>
            <a:pPr marL="631825" lvl="1" indent="-228600">
              <a:lnSpc>
                <a:spcPct val="130000"/>
              </a:lnSpc>
              <a:buFont typeface="+mj-lt"/>
              <a:buAutoNum type="arabicPeriod"/>
              <a:tabLst>
                <a:tab pos="3489325" algn="l"/>
                <a:tab pos="3543300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</a:t>
            </a:r>
          </a:p>
          <a:p>
            <a:pPr marL="631825" lvl="1" indent="-228600">
              <a:lnSpc>
                <a:spcPct val="130000"/>
              </a:lnSpc>
              <a:buFont typeface="+mj-lt"/>
              <a:buAutoNum type="arabicPeriod"/>
              <a:tabLst>
                <a:tab pos="3489325" algn="l"/>
                <a:tab pos="3543300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C++</a:t>
            </a:r>
          </a:p>
          <a:p>
            <a:pPr marL="631825" lvl="1" indent="-228600">
              <a:lnSpc>
                <a:spcPct val="130000"/>
              </a:lnSpc>
              <a:buFont typeface="+mj-lt"/>
              <a:buAutoNum type="arabicPeriod"/>
              <a:tabLst>
                <a:tab pos="3489325" algn="l"/>
                <a:tab pos="3543300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C#</a:t>
            </a:r>
          </a:p>
          <a:p>
            <a:pPr marL="631825" lvl="1" indent="-228600">
              <a:lnSpc>
                <a:spcPct val="130000"/>
              </a:lnSpc>
              <a:buFont typeface="+mj-lt"/>
              <a:buAutoNum type="arabicPeriod"/>
              <a:tabLst>
                <a:tab pos="3489325" algn="l"/>
                <a:tab pos="3543300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Java</a:t>
            </a:r>
          </a:p>
          <a:p>
            <a:pPr marL="631825" lvl="1" indent="-228600">
              <a:lnSpc>
                <a:spcPct val="130000"/>
              </a:lnSpc>
              <a:buFont typeface="+mj-lt"/>
              <a:buAutoNum type="arabicPeriod"/>
              <a:tabLst>
                <a:tab pos="3489325" algn="l"/>
                <a:tab pos="3543300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Pascal</a:t>
            </a:r>
          </a:p>
          <a:p>
            <a:pPr marL="631825" lvl="1" indent="-228600">
              <a:lnSpc>
                <a:spcPct val="130000"/>
              </a:lnSpc>
              <a:buFont typeface="+mj-lt"/>
              <a:buAutoNum type="arabicPeriod"/>
              <a:tabLst>
                <a:tab pos="3489325" algn="l"/>
                <a:tab pos="3543300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Delphi</a:t>
            </a:r>
            <a:endParaRPr lang="en-ID" sz="11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631825" lvl="1" indent="-228600">
              <a:lnSpc>
                <a:spcPct val="130000"/>
              </a:lnSpc>
              <a:buFont typeface="+mj-lt"/>
              <a:buAutoNum type="arabicPeriod"/>
              <a:tabLst>
                <a:tab pos="3489325" algn="l"/>
                <a:tab pos="3543300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Visual Basic</a:t>
            </a:r>
          </a:p>
          <a:p>
            <a:pPr marL="631825" lvl="1" indent="-228600">
              <a:lnSpc>
                <a:spcPct val="130000"/>
              </a:lnSpc>
              <a:buFont typeface="+mj-lt"/>
              <a:buAutoNum type="arabicPeriod"/>
              <a:tabLst>
                <a:tab pos="3489325" algn="l"/>
                <a:tab pos="3543300" algn="l"/>
              </a:tabLst>
            </a:pP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…..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11560" y="409786"/>
            <a:ext cx="7632848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PEMROGRAMAN DEKSTOP (DEKSTOP PROGRAMMING)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0530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1560" y="1083010"/>
            <a:ext cx="7632847" cy="300090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Contoh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Aplikasi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dibuat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melalui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Dekstop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Programming :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Microsoft Word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Microsoft Excel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Adobe Photoshop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Corel Draw</a:t>
            </a:r>
          </a:p>
          <a:p>
            <a:pPr marL="628650" lvl="1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Web Browser</a:t>
            </a:r>
          </a:p>
          <a:p>
            <a:pPr marL="628650" lvl="1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…..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Seorang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Dekstop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Programmer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harus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menentukan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terlebih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dahulu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di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sistem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operasi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apa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nantinya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aplikasi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tersebut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dapat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berjalan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11560" y="409786"/>
            <a:ext cx="7632848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PEMROGRAMAN DEKSTOP (DEKSTOP PROGRAMMING)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661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3574</TotalTime>
  <Words>110</Words>
  <Application>Microsoft Office PowerPoint</Application>
  <PresentationFormat>On-screen Show (16:9)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350</cp:revision>
  <dcterms:created xsi:type="dcterms:W3CDTF">2016-12-05T23:26:54Z</dcterms:created>
  <dcterms:modified xsi:type="dcterms:W3CDTF">2023-06-25T16:48:50Z</dcterms:modified>
</cp:coreProperties>
</file>