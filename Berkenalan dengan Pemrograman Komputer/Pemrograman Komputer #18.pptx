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8"/>
  </p:notesMasterIdLst>
  <p:handoutMasterIdLst>
    <p:handoutMasterId r:id="rId9"/>
  </p:handoutMasterIdLst>
  <p:sldIdLst>
    <p:sldId id="278" r:id="rId4"/>
    <p:sldId id="300" r:id="rId5"/>
    <p:sldId id="303" r:id="rId6"/>
    <p:sldId id="304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85584" autoAdjust="0"/>
  </p:normalViewPr>
  <p:slideViewPr>
    <p:cSldViewPr>
      <p:cViewPr varScale="1">
        <p:scale>
          <a:sx n="79" d="100"/>
          <a:sy n="79" d="100"/>
        </p:scale>
        <p:origin x="798" y="72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RAKYAT NGODING</a:t>
            </a:r>
          </a:p>
        </p:txBody>
      </p:sp>
    </p:spTree>
    <p:extLst>
      <p:ext uri="{BB962C8B-B14F-4D97-AF65-F5344CB8AC3E}">
        <p14:creationId xmlns:p14="http://schemas.microsoft.com/office/powerpoint/2010/main" val="1019447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#18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BAGAIMANA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TAHAPAN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BELAJAR 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YANG BAIK DAN BENAR?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11560" y="1083010"/>
            <a:ext cx="7632847" cy="300090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Tetapkan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Jenis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Pemrograman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akan dipelajari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Tentukan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salah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satu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dari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jenis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Fokus ke Bahasa Pemrograman tersebut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Cari referensi-referensi belajar Bahasa Pemrograman :</a:t>
            </a:r>
          </a:p>
          <a:p>
            <a:pPr marL="800100" lvl="1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Website/Artikel/Blog</a:t>
            </a:r>
          </a:p>
          <a:p>
            <a:pPr marL="800100" lvl="1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Channel Youtube</a:t>
            </a:r>
          </a:p>
          <a:p>
            <a:pPr marL="800100" lvl="1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Dokumentasi resmi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nya</a:t>
            </a: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Usahakan tetap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Fokus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ke salah satu referens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</a:t>
            </a: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Imbangi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Teori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dan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Prakt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Sering-sering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Latihan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sendiri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menggunakan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teknik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ATM</a:t>
            </a: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Cari dan bergabung dengan komunitas-komunitas baik offline/online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Jangan lupa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bergaul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!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Jangan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lupa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istirahat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!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11560" y="409786"/>
            <a:ext cx="7632848" cy="457200"/>
            <a:chOff x="1219198" y="495711"/>
            <a:chExt cx="6703216" cy="457200"/>
          </a:xfrm>
        </p:grpSpPr>
        <p:sp>
          <p:nvSpPr>
            <p:cNvPr id="10" name="Rectangle 9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BAGAIMANA TAHAPAN BELAJAR PEMROGRAMAN </a:t>
              </a:r>
              <a:r>
                <a:rPr 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YANG BAIK DAN BENAR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?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0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72475" y="2067694"/>
            <a:ext cx="763284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SUDAH SIAP UNTUK MEMULAINYA?</a:t>
            </a:r>
          </a:p>
        </p:txBody>
      </p:sp>
    </p:spTree>
    <p:extLst>
      <p:ext uri="{BB962C8B-B14F-4D97-AF65-F5344CB8AC3E}">
        <p14:creationId xmlns:p14="http://schemas.microsoft.com/office/powerpoint/2010/main" val="427825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917122" y="1986173"/>
            <a:ext cx="3309756" cy="1521681"/>
            <a:chOff x="4509290" y="1555919"/>
            <a:chExt cx="3309756" cy="1521681"/>
          </a:xfrm>
        </p:grpSpPr>
        <p:sp>
          <p:nvSpPr>
            <p:cNvPr id="31" name="Round Same Side Corner Rectangle 30"/>
            <p:cNvSpPr/>
            <p:nvPr/>
          </p:nvSpPr>
          <p:spPr>
            <a:xfrm rot="10800000">
              <a:off x="4532570" y="2018834"/>
              <a:ext cx="3286476" cy="1058766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532571" y="1555919"/>
              <a:ext cx="3286475" cy="457199"/>
              <a:chOff x="465338" y="1066800"/>
              <a:chExt cx="8450062" cy="609599"/>
            </a:xfrm>
          </p:grpSpPr>
          <p:sp>
            <p:nvSpPr>
              <p:cNvPr id="33" name="Round Same Side Corner Rectangle 32"/>
              <p:cNvSpPr/>
              <p:nvPr/>
            </p:nvSpPr>
            <p:spPr>
              <a:xfrm>
                <a:off x="465338" y="1066800"/>
                <a:ext cx="8450062" cy="609599"/>
              </a:xfrm>
              <a:prstGeom prst="round2SameRect">
                <a:avLst>
                  <a:gd name="adj1" fmla="val 8618"/>
                  <a:gd name="adj2" fmla="val 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4297031" y="1310639"/>
                <a:ext cx="235107" cy="121920"/>
              </a:xfrm>
              <a:prstGeom prst="ellipse">
                <a:avLst/>
              </a:prstGeom>
              <a:solidFill>
                <a:srgbClr val="F3650D"/>
              </a:solidFill>
              <a:ln>
                <a:solidFill>
                  <a:srgbClr val="F365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4571498" y="1310636"/>
                <a:ext cx="235107" cy="12192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4837829" y="1310639"/>
                <a:ext cx="235107" cy="121920"/>
              </a:xfrm>
              <a:prstGeom prst="ellipse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Content Placeholder 2">
              <a:extLst>
                <a:ext uri="{FF2B5EF4-FFF2-40B4-BE49-F238E27FC236}">
                  <a16:creationId xmlns:a16="http://schemas.microsoft.com/office/drawing/2014/main" id="{3D54D40A-539F-42F9-BCFD-F2A4602D24DA}"/>
                </a:ext>
              </a:extLst>
            </p:cNvPr>
            <p:cNvSpPr txBox="1">
              <a:spLocks/>
            </p:cNvSpPr>
            <p:nvPr/>
          </p:nvSpPr>
          <p:spPr>
            <a:xfrm>
              <a:off x="4509290" y="2420015"/>
              <a:ext cx="3290958" cy="2286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Selesai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55295" y="1507194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893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3817</TotalTime>
  <Words>103</Words>
  <Application>Microsoft Office PowerPoint</Application>
  <PresentationFormat>On-screen Show (16:9)</PresentationFormat>
  <Paragraphs>20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418</cp:revision>
  <dcterms:created xsi:type="dcterms:W3CDTF">2016-12-05T23:26:54Z</dcterms:created>
  <dcterms:modified xsi:type="dcterms:W3CDTF">2023-06-26T15:59:12Z</dcterms:modified>
</cp:coreProperties>
</file>