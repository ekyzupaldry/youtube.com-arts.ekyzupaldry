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1" r:id="rId2"/>
    <p:sldId id="282" r:id="rId3"/>
    <p:sldId id="274" r:id="rId4"/>
    <p:sldId id="277" r:id="rId5"/>
    <p:sldId id="275" r:id="rId6"/>
    <p:sldId id="278" r:id="rId7"/>
    <p:sldId id="280" r:id="rId8"/>
    <p:sldId id="281" r:id="rId9"/>
    <p:sldId id="276" r:id="rId10"/>
    <p:sldId id="279" r:id="rId11"/>
    <p:sldId id="283" r:id="rId12"/>
    <p:sldId id="284" r:id="rId13"/>
    <p:sldId id="285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24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59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ktikominfo.id/id/informasi/pengetahuan/3_komponen_sistem_komputer_hardware_software_dan_brainware-922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nesabamedia.com/pengertian-dan-macam-macam-perangkat-keras-komputer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3"/>
              </a:rPr>
              <a:t>https://www.baktikominfo.id/id/informasi/pengetahuan/3_komponen_sistem_komputer_hardware_software_dan_brainware-922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4"/>
              </a:rPr>
              <a:t>https://www.nesabamedia.com/pengertian-dan-macam-macam-perangkat-keras-komputer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8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7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sabamedia.com/pengertian-dan-macam-macam-perangkat-keras-komputer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esabamedia.com/pengertian-dan-macam-macam-perangkat-keras-komputer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hyperlink" Target="https://www.nesabamedia.com/pengertian-dan-macam-macam-perangkat-keras-komputer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sabamedia.com/pengertian-dan-macam-macam-perangkat-keras-komputer" TargetMode="Externa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nesabamedia.com/pengertian-dan-macam-macam-perangkat-keras-kompute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hyperlink" Target="https://www.nesabamedia.com/pengertian-dan-macam-macam-perangkat-keras-komputer" TargetMode="Externa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5" y="2693882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2659477" y="3425402"/>
            <a:ext cx="6873046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#4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Komponen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Utama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Sistem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-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Hardware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Stored Data 9"/>
          <p:cNvSpPr/>
          <p:nvPr/>
        </p:nvSpPr>
        <p:spPr>
          <a:xfrm rot="10800000" flipV="1">
            <a:off x="4026691" y="1709744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HARDWARE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132" y="822339"/>
            <a:ext cx="3471558" cy="5203800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3643311" y="1709743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</a:t>
            </a:r>
          </a:p>
        </p:txBody>
      </p:sp>
      <p:sp>
        <p:nvSpPr>
          <p:cNvPr id="30" name="Flowchart: Stored Data 29"/>
          <p:cNvSpPr/>
          <p:nvPr/>
        </p:nvSpPr>
        <p:spPr>
          <a:xfrm rot="10800000" flipV="1">
            <a:off x="4026690" y="4410078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BRAINWARE</a:t>
            </a:r>
          </a:p>
        </p:txBody>
      </p:sp>
      <p:sp>
        <p:nvSpPr>
          <p:cNvPr id="31" name="Oval 30"/>
          <p:cNvSpPr/>
          <p:nvPr/>
        </p:nvSpPr>
        <p:spPr>
          <a:xfrm>
            <a:off x="3643310" y="4410077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</p:txBody>
      </p:sp>
      <p:sp>
        <p:nvSpPr>
          <p:cNvPr id="32" name="Flowchart: Stored Data 31"/>
          <p:cNvSpPr/>
          <p:nvPr/>
        </p:nvSpPr>
        <p:spPr>
          <a:xfrm rot="10800000" flipV="1">
            <a:off x="4026693" y="3040859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SOFTWARE</a:t>
            </a:r>
          </a:p>
        </p:txBody>
      </p:sp>
      <p:sp>
        <p:nvSpPr>
          <p:cNvPr id="33" name="Oval 32"/>
          <p:cNvSpPr/>
          <p:nvPr/>
        </p:nvSpPr>
        <p:spPr>
          <a:xfrm>
            <a:off x="3643313" y="3040858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3950" y="1262706"/>
            <a:ext cx="2280272" cy="4223694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Terdiri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Atas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Utama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24722" y="1189843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Hardware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memiliki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wujud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fisik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6248401" y="1189842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647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  <p:bldP spid="2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8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Input Device (</a:t>
            </a:r>
            <a:r>
              <a:rPr lang="en-US" sz="3000" dirty="0" err="1">
                <a:latin typeface="Montserrat" pitchFamily="2" charset="0"/>
              </a:rPr>
              <a:t>Perangkat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Masukan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Montserrat" pitchFamily="2" charset="0"/>
              </a:rPr>
              <a:t>Input Device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keras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berfungsi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memasukkan</a:t>
            </a:r>
            <a:r>
              <a:rPr lang="en-US" sz="1800" u="sng" dirty="0">
                <a:latin typeface="Montserrat" pitchFamily="2" charset="0"/>
              </a:rPr>
              <a:t> data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275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177" y="1775414"/>
            <a:ext cx="3876719" cy="242941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2" y="1750142"/>
            <a:ext cx="2337174" cy="23170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45" y="2170805"/>
            <a:ext cx="3386373" cy="18963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8697" y="4648538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Mouse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3045" y="4648538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Keyboard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9363" y="4648538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Microphone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145" y="5732206"/>
            <a:ext cx="10304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6"/>
              </a:rPr>
              <a:t>https://www.nesabamedia.com/pengertian-dan-macam-macam-perangkat-keras-komputer</a:t>
            </a:r>
            <a:endParaRPr lang="en-US" sz="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6297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Processing Device (</a:t>
            </a:r>
            <a:r>
              <a:rPr lang="en-US" sz="3000" dirty="0" err="1">
                <a:latin typeface="Montserrat" pitchFamily="2" charset="0"/>
              </a:rPr>
              <a:t>Perangkat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Pemrosesan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Montserrat" pitchFamily="2" charset="0"/>
              </a:rPr>
              <a:t>Processing Device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keras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berfungsi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mengolah</a:t>
            </a:r>
            <a:r>
              <a:rPr lang="en-US" sz="1800" u="sng" dirty="0">
                <a:latin typeface="Montserrat" pitchFamily="2" charset="0"/>
              </a:rPr>
              <a:t> data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berasal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input device</a:t>
            </a:r>
          </a:p>
        </p:txBody>
      </p:sp>
    </p:spTree>
    <p:extLst>
      <p:ext uri="{BB962C8B-B14F-4D97-AF65-F5344CB8AC3E}">
        <p14:creationId xmlns:p14="http://schemas.microsoft.com/office/powerpoint/2010/main" val="88352415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790" y="1791292"/>
            <a:ext cx="3278068" cy="187396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776" y="1776530"/>
            <a:ext cx="3366335" cy="18963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64309" y="4254263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Motherboard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8386" y="4254263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Processor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0776" y="5300019"/>
            <a:ext cx="76904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4"/>
              </a:rPr>
              <a:t>https://www.nesabamedia.com/pengertian-dan-macam-macam-perangkat-keras-komputer</a:t>
            </a:r>
            <a:endParaRPr lang="en-US" sz="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93012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Storage Device (</a:t>
            </a:r>
            <a:r>
              <a:rPr lang="en-US" sz="3000" dirty="0" err="1">
                <a:latin typeface="Montserrat" pitchFamily="2" charset="0"/>
              </a:rPr>
              <a:t>Perangkat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Penyimpanan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Montserrat" pitchFamily="2" charset="0"/>
              </a:rPr>
              <a:t>Storage Device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keras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berfungsi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menyimpan</a:t>
            </a:r>
            <a:r>
              <a:rPr lang="en-US" sz="1800" u="sng" dirty="0">
                <a:latin typeface="Montserrat" pitchFamily="2" charset="0"/>
              </a:rPr>
              <a:t> data</a:t>
            </a:r>
            <a:endParaRPr lang="en-US" sz="1800" i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5317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171" y="1828094"/>
            <a:ext cx="3278068" cy="1846644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44" y="1768885"/>
            <a:ext cx="3210472" cy="18963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4448" y="4246618"/>
            <a:ext cx="2762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Hard Disk Drive (HDD)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0015" y="4235868"/>
            <a:ext cx="367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Solid State Drive (SSD)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448" y="5732206"/>
            <a:ext cx="10304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4"/>
              </a:rPr>
              <a:t>https://www.nesabamedia.com/pengertian-dan-macam-macam-perangkat-keras-komputer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8" y="1768886"/>
            <a:ext cx="2538878" cy="18696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60775" y="4246618"/>
            <a:ext cx="386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RAM (Random Access Memory)</a:t>
            </a:r>
          </a:p>
        </p:txBody>
      </p:sp>
    </p:spTree>
    <p:extLst>
      <p:ext uri="{BB962C8B-B14F-4D97-AF65-F5344CB8AC3E}">
        <p14:creationId xmlns:p14="http://schemas.microsoft.com/office/powerpoint/2010/main" val="22838420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Output Device (</a:t>
            </a:r>
            <a:r>
              <a:rPr lang="en-US" sz="3000" dirty="0" err="1">
                <a:latin typeface="Montserrat" pitchFamily="2" charset="0"/>
              </a:rPr>
              <a:t>Perangkat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Keluaran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Montserrat" pitchFamily="2" charset="0"/>
              </a:rPr>
              <a:t>Output Device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keras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berfungsi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menampilkan</a:t>
            </a:r>
            <a:r>
              <a:rPr lang="en-US" sz="1800" u="sng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atau</a:t>
            </a:r>
            <a:r>
              <a:rPr lang="en-US" sz="1800" u="sng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mengeluarkan</a:t>
            </a:r>
            <a:r>
              <a:rPr lang="en-US" sz="1800" u="sng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hasil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data yang </a:t>
            </a:r>
            <a:r>
              <a:rPr lang="en-US" sz="1800" dirty="0" err="1">
                <a:latin typeface="Montserrat" pitchFamily="2" charset="0"/>
              </a:rPr>
              <a:t>telah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diproses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0750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154" y="2190902"/>
            <a:ext cx="2517808" cy="145193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740" y="2170806"/>
            <a:ext cx="2541761" cy="14692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9" y="2170806"/>
            <a:ext cx="2005244" cy="14692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5615" y="4035588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Monitor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540" y="2147777"/>
            <a:ext cx="2303504" cy="14923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50314" y="4015492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Speaker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5450" y="4015492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Printer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6266" y="4015492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Montserrat" pitchFamily="2" charset="0"/>
              </a:rPr>
              <a:t>Proyektor</a:t>
            </a:r>
            <a:r>
              <a:rPr lang="en-US">
                <a:latin typeface="Montserrat" pitchFamily="2" charset="0"/>
              </a:rPr>
              <a:t> LCD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1019" y="5732206"/>
            <a:ext cx="10304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6"/>
              </a:rPr>
              <a:t>https://www.nesabamedia.com/pengertian-dan-macam-macam-perangkat-keras-komputer</a:t>
            </a:r>
            <a:endParaRPr lang="en-US" sz="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4040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Peripheral Device (</a:t>
            </a:r>
            <a:r>
              <a:rPr lang="en-US" sz="3000" dirty="0" err="1">
                <a:latin typeface="Montserrat" pitchFamily="2" charset="0"/>
              </a:rPr>
              <a:t>Perangkat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Tambahan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>
                <a:latin typeface="Montserrat" pitchFamily="2" charset="0"/>
              </a:rPr>
              <a:t>Peripheral Device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keras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tambahan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b="1" dirty="0" err="1">
                <a:latin typeface="Montserrat" pitchFamily="2" charset="0"/>
              </a:rPr>
              <a:t>bukan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bagian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utama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(</a:t>
            </a:r>
            <a:r>
              <a:rPr lang="en-US" sz="1800" dirty="0" err="1">
                <a:latin typeface="Montserrat" pitchFamily="2" charset="0"/>
              </a:rPr>
              <a:t>bagian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eksternal</a:t>
            </a:r>
            <a:r>
              <a:rPr lang="en-US" sz="1800" dirty="0">
                <a:latin typeface="Montserrat" pitchFamily="2" charset="0"/>
              </a:rPr>
              <a:t>)</a:t>
            </a:r>
          </a:p>
          <a:p>
            <a:r>
              <a:rPr lang="en-US" sz="1800" i="1" dirty="0">
                <a:latin typeface="Montserrat" pitchFamily="2" charset="0"/>
              </a:rPr>
              <a:t>Peripheral Device </a:t>
            </a:r>
            <a:r>
              <a:rPr lang="en-US" sz="1800" dirty="0" err="1">
                <a:latin typeface="Montserrat" pitchFamily="2" charset="0"/>
              </a:rPr>
              <a:t>bisa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tergolong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dalam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Input Device,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O</a:t>
            </a:r>
            <a:r>
              <a:rPr lang="en-US" sz="1800" i="1" dirty="0" err="1">
                <a:latin typeface="Montserrat" pitchFamily="2" charset="0"/>
              </a:rPr>
              <a:t>uput</a:t>
            </a:r>
            <a:r>
              <a:rPr lang="en-US" sz="1800" i="1" dirty="0">
                <a:latin typeface="Montserrat" pitchFamily="2" charset="0"/>
              </a:rPr>
              <a:t> Device </a:t>
            </a:r>
            <a:r>
              <a:rPr lang="en-US" sz="1800" dirty="0" err="1">
                <a:latin typeface="Montserrat" pitchFamily="2" charset="0"/>
              </a:rPr>
              <a:t>maupun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Storage Device</a:t>
            </a:r>
          </a:p>
          <a:p>
            <a:r>
              <a:rPr lang="en-US" sz="1800" i="1" dirty="0">
                <a:latin typeface="Montserrat" pitchFamily="2" charset="0"/>
              </a:rPr>
              <a:t>Peripheral Device </a:t>
            </a:r>
            <a:r>
              <a:rPr lang="en-US" sz="1800" dirty="0" err="1">
                <a:latin typeface="Montserrat" pitchFamily="2" charset="0"/>
              </a:rPr>
              <a:t>digunakan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sesuatu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memperluas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kinerja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endParaRPr lang="en-US" sz="1800" i="1" dirty="0">
              <a:latin typeface="Montserrat" pitchFamily="2" charset="0"/>
            </a:endParaRPr>
          </a:p>
          <a:p>
            <a:endParaRPr lang="en-US" sz="1800" i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65893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5615" y="4547652"/>
            <a:ext cx="3983160" cy="37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Microphone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019" y="5732206"/>
            <a:ext cx="10304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2"/>
              </a:rPr>
              <a:t>https://www.nesabamedia.com/pengertian-dan-macam-macam-perangkat-keras-komputer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61" y="1095920"/>
            <a:ext cx="3229268" cy="32014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DE292F-B154-4AB6-94CB-C2C4B30C4976}"/>
              </a:ext>
            </a:extLst>
          </p:cNvPr>
          <p:cNvSpPr txBox="1"/>
          <p:nvPr/>
        </p:nvSpPr>
        <p:spPr>
          <a:xfrm>
            <a:off x="4178775" y="1095920"/>
            <a:ext cx="68259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Microphone </a:t>
            </a:r>
            <a:r>
              <a:rPr lang="en-US" sz="2000" dirty="0" err="1">
                <a:latin typeface="Montserrat" panose="00000500000000000000" pitchFamily="2" charset="0"/>
              </a:rPr>
              <a:t>adalah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b="1" i="1" dirty="0">
                <a:latin typeface="Montserrat" panose="00000500000000000000" pitchFamily="2" charset="0"/>
              </a:rPr>
              <a:t>Input Device</a:t>
            </a:r>
          </a:p>
          <a:p>
            <a:endParaRPr lang="en-US" sz="20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Montserrat" panose="00000500000000000000" pitchFamily="2" charset="0"/>
              </a:rPr>
              <a:t>Tanpa</a:t>
            </a:r>
            <a:r>
              <a:rPr lang="en-US" sz="2000" dirty="0">
                <a:latin typeface="Montserrat" panose="00000500000000000000" pitchFamily="2" charset="0"/>
              </a:rPr>
              <a:t> Microphone, </a:t>
            </a:r>
            <a:r>
              <a:rPr lang="en-US" sz="2000" dirty="0" err="1">
                <a:latin typeface="Montserrat" panose="00000500000000000000" pitchFamily="2" charset="0"/>
              </a:rPr>
              <a:t>komputer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tetap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bisa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dipakai</a:t>
            </a:r>
            <a:endParaRPr lang="en-US" sz="2000" dirty="0">
              <a:latin typeface="Montserrat" panose="00000500000000000000" pitchFamily="2" charset="0"/>
            </a:endParaRPr>
          </a:p>
          <a:p>
            <a:endParaRPr lang="en-US" sz="20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dirty="0">
                <a:latin typeface="Montserrat" panose="00000500000000000000" pitchFamily="2" charset="0"/>
              </a:rPr>
              <a:t>Microphone </a:t>
            </a:r>
            <a:r>
              <a:rPr lang="en-ID" sz="2000" dirty="0" err="1">
                <a:latin typeface="Montserrat" panose="00000500000000000000" pitchFamily="2" charset="0"/>
              </a:rPr>
              <a:t>dibutuhkan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untuk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memperluas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kinerja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komputer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dalam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hal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merekam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suara</a:t>
            </a:r>
            <a:endParaRPr lang="en-ID" sz="2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2322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154" y="2190902"/>
            <a:ext cx="2517808" cy="145193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740" y="2170806"/>
            <a:ext cx="2541761" cy="14692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5615" y="4035588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Microphone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540" y="2147777"/>
            <a:ext cx="2303504" cy="14923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50314" y="4015492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Speaker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5450" y="4015492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Printer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6266" y="4015492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Montserrat" pitchFamily="2" charset="0"/>
              </a:rPr>
              <a:t>Proyektor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1019" y="5732206"/>
            <a:ext cx="103042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5"/>
              </a:rPr>
              <a:t>https://www.nesabamedia.com/pengertian-dan-macam-macam-perangkat-keras-komputer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6" y="1875767"/>
            <a:ext cx="1779673" cy="176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76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88026" y="1553497"/>
            <a:ext cx="1828800" cy="914400"/>
          </a:xfrm>
          <a:prstGeom prst="rect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Input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721213" y="1553497"/>
            <a:ext cx="1828800" cy="914400"/>
          </a:xfrm>
          <a:prstGeom prst="rect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Output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4619" y="4513015"/>
            <a:ext cx="1828800" cy="914400"/>
          </a:xfrm>
          <a:prstGeom prst="rect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Storage 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4619" y="855406"/>
            <a:ext cx="1828800" cy="2310581"/>
          </a:xfrm>
          <a:prstGeom prst="rect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Processing</a:t>
            </a:r>
          </a:p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Device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92129" y="1848464"/>
            <a:ext cx="1081548" cy="324465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7207045" y="1848463"/>
            <a:ext cx="1081548" cy="324465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6200000">
            <a:off x="5579806" y="3667433"/>
            <a:ext cx="1081548" cy="324465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5400000">
            <a:off x="5201263" y="3677268"/>
            <a:ext cx="1081548" cy="324465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140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</TotalTime>
  <Words>339</Words>
  <Application>Microsoft Office PowerPoint</Application>
  <PresentationFormat>Widescreen</PresentationFormat>
  <Paragraphs>65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Input Device (Perangkat Masukan)</vt:lpstr>
      <vt:lpstr>PowerPoint Presentation</vt:lpstr>
      <vt:lpstr>Processing Device (Perangkat Pemrosesan)</vt:lpstr>
      <vt:lpstr>PowerPoint Presentation</vt:lpstr>
      <vt:lpstr>Storage Device (Perangkat Penyimpanan)</vt:lpstr>
      <vt:lpstr>PowerPoint Presentation</vt:lpstr>
      <vt:lpstr>Output Device (Perangkat Keluaran)</vt:lpstr>
      <vt:lpstr>PowerPoint Presentation</vt:lpstr>
      <vt:lpstr>Peripheral Device (Perangkat Tambahan)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1010</cp:revision>
  <dcterms:created xsi:type="dcterms:W3CDTF">2021-04-24T02:20:04Z</dcterms:created>
  <dcterms:modified xsi:type="dcterms:W3CDTF">2023-08-26T17:40:21Z</dcterms:modified>
</cp:coreProperties>
</file>