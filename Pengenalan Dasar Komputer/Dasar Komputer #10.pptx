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74" r:id="rId3"/>
    <p:sldId id="275" r:id="rId4"/>
    <p:sldId id="276" r:id="rId5"/>
    <p:sldId id="279" r:id="rId6"/>
    <p:sldId id="280" r:id="rId7"/>
    <p:sldId id="281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5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ktikominfo.id/id/informasi/pengetahuan/pengertian_macam_dan_tahapan_proses_booting_pada_komputer-982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nesabamedia.com/pengertian-booting-dan-fungsinya" TargetMode="External"/><Relationship Id="rId4" Type="http://schemas.openxmlformats.org/officeDocument/2006/relationships/hyperlink" Target="https://www.n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3"/>
              </a:rPr>
              <a:t>https://www.baktikominfo.id/id/informasi/pengetahuan/pengertian_macam_dan_tahapan_proses_booting_pada_komputer-982</a:t>
            </a:r>
            <a:endParaRPr lang="en-US" sz="1200" dirty="0">
              <a:latin typeface="Montserrat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itchFamily="2" charset="0"/>
                <a:hlinkClick r:id="rId4"/>
              </a:rPr>
              <a:t>https://www.n</a:t>
            </a:r>
            <a:r>
              <a:rPr lang="en-US" sz="1200" dirty="0">
                <a:latin typeface="Montserrat" pitchFamily="2" charset="0"/>
                <a:hlinkClick r:id="rId5"/>
              </a:rPr>
              <a:t>esabamedia.com/pengertian-booting-dan-fungsinya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2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2551519" y="3429000"/>
            <a:ext cx="7088961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#10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Booting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Pada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Apa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itu</a:t>
            </a:r>
            <a:r>
              <a:rPr lang="en-US" sz="3000" dirty="0">
                <a:latin typeface="Montserrat" pitchFamily="2" charset="0"/>
              </a:rPr>
              <a:t> Booting?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>
                <a:latin typeface="Montserrat" pitchFamily="2" charset="0"/>
              </a:rPr>
              <a:t>Booting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adalah</a:t>
            </a:r>
            <a:r>
              <a:rPr lang="en-US" sz="1800" dirty="0">
                <a:latin typeface="Montserrat" pitchFamily="2" charset="0"/>
              </a:rPr>
              <a:t> proses </a:t>
            </a:r>
            <a:r>
              <a:rPr lang="en-US" sz="1800" dirty="0" err="1">
                <a:latin typeface="Montserrat" pitchFamily="2" charset="0"/>
              </a:rPr>
              <a:t>menyalakan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pemeriksaan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kondisi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hingga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siap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digunakan</a:t>
            </a:r>
            <a:r>
              <a:rPr lang="en-US" sz="1800" dirty="0">
                <a:latin typeface="Montserrat" pitchFamily="2" charset="0"/>
              </a:rPr>
              <a:t> (</a:t>
            </a:r>
            <a:r>
              <a:rPr lang="en-US" sz="1800" dirty="0" err="1">
                <a:latin typeface="Montserrat" pitchFamily="2" charset="0"/>
              </a:rPr>
              <a:t>perangkat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diambil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alih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oleh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operasi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penuh</a:t>
            </a:r>
            <a:r>
              <a:rPr lang="en-US" sz="1800" dirty="0">
                <a:latin typeface="Montserrat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52755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477"/>
            <a:ext cx="10515600" cy="845575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Tahapan</a:t>
            </a:r>
            <a:r>
              <a:rPr lang="en-US" sz="3000" dirty="0">
                <a:latin typeface="Montserrat" pitchFamily="2" charset="0"/>
              </a:rPr>
              <a:t> Booting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3562" y="973394"/>
            <a:ext cx="5869858" cy="953729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dinyalakan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dengan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menekan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tombol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63559" y="1981195"/>
            <a:ext cx="5869859" cy="717755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</a:t>
            </a:r>
            <a:r>
              <a:rPr lang="en-US" b="1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Basic Input Output System (BIOS)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aktif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i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ebagai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sementara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3560" y="2762873"/>
            <a:ext cx="5869860" cy="717755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Power On Self Test (POST),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yaitu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tahapan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pemeriksaan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oleh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3559" y="4336018"/>
            <a:ext cx="5869860" cy="717755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akan</a:t>
            </a:r>
            <a:r>
              <a:rPr lang="en-US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memuat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Operasi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Snip Single Corner Rectangle 9"/>
          <p:cNvSpPr/>
          <p:nvPr/>
        </p:nvSpPr>
        <p:spPr>
          <a:xfrm>
            <a:off x="7570840" y="973395"/>
            <a:ext cx="4149212" cy="3667431"/>
          </a:xfrm>
          <a:prstGeom prst="snip1Rect">
            <a:avLst/>
          </a:prstGeom>
          <a:solidFill>
            <a:schemeClr val="bg1"/>
          </a:solidFill>
          <a:ln w="31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5425" algn="just">
              <a:spcBef>
                <a:spcPts val="600"/>
              </a:spcBef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BIOS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melakukan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pemeriksaan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terhadap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:</a:t>
            </a:r>
          </a:p>
          <a:p>
            <a:pPr marL="365760" lvl="1" indent="-18288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Temperatur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Processor</a:t>
            </a:r>
          </a:p>
          <a:p>
            <a:pPr marL="365760" lvl="1" indent="-18288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Kondisi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RAM</a:t>
            </a:r>
          </a:p>
          <a:p>
            <a:pPr marL="365760" lvl="1" indent="-18288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Kondisi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Hard Disk</a:t>
            </a:r>
          </a:p>
          <a:p>
            <a:pPr marL="365760" lvl="1" indent="-182880" algn="just">
              <a:spcBef>
                <a:spcPts val="600"/>
              </a:spcBef>
              <a:buFont typeface="Arial" pitchFamily="34" charset="0"/>
              <a:buChar char="•"/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dll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.</a:t>
            </a:r>
          </a:p>
          <a:p>
            <a:pPr marL="365760" lvl="1" indent="-171450" algn="just">
              <a:spcBef>
                <a:spcPts val="600"/>
              </a:spcBef>
              <a:buFont typeface="Arial" pitchFamily="34" charset="0"/>
              <a:buChar char="•"/>
            </a:pPr>
            <a:endParaRPr 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marL="36576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Jika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ada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bermasalah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maka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proses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berlanjut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melainkan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ada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peringatan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tentang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masalah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Device, yang 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ditampilkan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layar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monitor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berbunyi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“beep” </a:t>
            </a:r>
          </a:p>
        </p:txBody>
      </p:sp>
      <p:cxnSp>
        <p:nvCxnSpPr>
          <p:cNvPr id="13" name="Straight Connector 12"/>
          <p:cNvCxnSpPr>
            <a:stCxn id="6" idx="3"/>
            <a:endCxn id="10" idx="2"/>
          </p:cNvCxnSpPr>
          <p:nvPr/>
        </p:nvCxnSpPr>
        <p:spPr>
          <a:xfrm flipV="1">
            <a:off x="6833420" y="2807111"/>
            <a:ext cx="737420" cy="314640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nip Single Corner Rectangle 29"/>
          <p:cNvSpPr/>
          <p:nvPr/>
        </p:nvSpPr>
        <p:spPr>
          <a:xfrm>
            <a:off x="7570840" y="3556815"/>
            <a:ext cx="4149212" cy="2263878"/>
          </a:xfrm>
          <a:prstGeom prst="snip1Rect">
            <a:avLst/>
          </a:prstGeom>
          <a:solidFill>
            <a:schemeClr val="bg1"/>
          </a:solidFill>
          <a:ln w="31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5425" algn="just">
              <a:spcBef>
                <a:spcPts val="600"/>
              </a:spcBef>
            </a:pP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Jika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ada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operasi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,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biasanya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muncul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peringatan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2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“Please Insert Boot Device”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yang 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ditampilkan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di </a:t>
            </a:r>
            <a:r>
              <a:rPr lang="en-US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layar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monitor </a:t>
            </a:r>
          </a:p>
        </p:txBody>
      </p:sp>
      <p:cxnSp>
        <p:nvCxnSpPr>
          <p:cNvPr id="31" name="Straight Connector 30"/>
          <p:cNvCxnSpPr>
            <a:stCxn id="9" idx="3"/>
            <a:endCxn id="30" idx="2"/>
          </p:cNvCxnSpPr>
          <p:nvPr/>
        </p:nvCxnSpPr>
        <p:spPr>
          <a:xfrm flipV="1">
            <a:off x="6833419" y="4688754"/>
            <a:ext cx="737421" cy="6142"/>
          </a:xfrm>
          <a:prstGeom prst="line">
            <a:avLst/>
          </a:prstGeom>
          <a:ln>
            <a:solidFill>
              <a:srgbClr val="0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3559" y="5132434"/>
            <a:ext cx="5869860" cy="717755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6.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siap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digunakan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3558" y="3546385"/>
            <a:ext cx="5869860" cy="717755"/>
          </a:xfrm>
          <a:prstGeom prst="rect">
            <a:avLst/>
          </a:prstGeom>
          <a:solidFill>
            <a:srgbClr val="0FFFFF"/>
          </a:solidFill>
          <a:ln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akan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memuat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Driver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kemudian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memuat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VGA Card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9" grpId="0" animBg="1"/>
      <p:bldP spid="10" grpId="0" animBg="1"/>
      <p:bldP spid="10" grpId="1" animBg="1"/>
      <p:bldP spid="30" grpId="0" animBg="1"/>
      <p:bldP spid="30" grpId="1" animBg="1"/>
      <p:bldP spid="40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latin typeface="Montserrat" pitchFamily="2" charset="0"/>
              </a:rPr>
              <a:t>Jenis-Jenis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b="1" dirty="0">
                <a:latin typeface="Montserrat" pitchFamily="2" charset="0"/>
              </a:rPr>
              <a:t>Booting</a:t>
            </a:r>
          </a:p>
        </p:txBody>
      </p:sp>
    </p:spTree>
    <p:extLst>
      <p:ext uri="{BB962C8B-B14F-4D97-AF65-F5344CB8AC3E}">
        <p14:creationId xmlns:p14="http://schemas.microsoft.com/office/powerpoint/2010/main" val="2339968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Cool Booting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Proses booting yang </a:t>
            </a:r>
            <a:r>
              <a:rPr lang="en-US" sz="1800" dirty="0" err="1">
                <a:latin typeface="Montserrat" pitchFamily="2" charset="0"/>
              </a:rPr>
              <a:t>terjadi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kita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menyalakan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keadaan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mati</a:t>
            </a:r>
            <a:endParaRPr lang="en-US" sz="1800" i="1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i="1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Cara </a:t>
            </a:r>
            <a:r>
              <a:rPr lang="en-US" sz="1800" dirty="0" err="1">
                <a:latin typeface="Montserrat" pitchFamily="2" charset="0"/>
              </a:rPr>
              <a:t>Melakukannya</a:t>
            </a:r>
            <a:r>
              <a:rPr lang="en-US" sz="1800" dirty="0">
                <a:latin typeface="Montserrat" pitchFamily="2" charset="0"/>
              </a:rPr>
              <a:t>: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Hubungkan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Kabel</a:t>
            </a:r>
            <a:r>
              <a:rPr lang="en-US" sz="1800" dirty="0">
                <a:latin typeface="Montserrat" pitchFamily="2" charset="0"/>
              </a:rPr>
              <a:t> Power </a:t>
            </a:r>
            <a:r>
              <a:rPr lang="en-US" sz="1800" dirty="0" err="1">
                <a:latin typeface="Montserrat" pitchFamily="2" charset="0"/>
              </a:rPr>
              <a:t>ke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sumber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listrik</a:t>
            </a:r>
            <a:endParaRPr lang="en-US" sz="1800" dirty="0">
              <a:latin typeface="Montserrat" pitchFamily="2" charset="0"/>
            </a:endParaRP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Tekan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Power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endParaRPr lang="en-US" sz="1800" dirty="0">
              <a:latin typeface="Montserrat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36468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Warm Booting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Proses booting yang </a:t>
            </a:r>
            <a:r>
              <a:rPr lang="en-US" sz="1800" dirty="0" err="1">
                <a:latin typeface="Montserrat" pitchFamily="2" charset="0"/>
              </a:rPr>
              <a:t>terjadi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kita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menyalakan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ulang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>
                <a:latin typeface="Montserrat" pitchFamily="2" charset="0"/>
              </a:rPr>
              <a:t>(me-</a:t>
            </a:r>
            <a:r>
              <a:rPr lang="en-US" sz="1800" i="1" dirty="0">
                <a:latin typeface="Montserrat" pitchFamily="2" charset="0"/>
              </a:rPr>
              <a:t>restart)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keadaan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menyala</a:t>
            </a:r>
            <a:r>
              <a:rPr lang="en-US" sz="1800" i="1" dirty="0">
                <a:latin typeface="Montserrat" pitchFamily="2" charset="0"/>
              </a:rPr>
              <a:t>.</a:t>
            </a:r>
          </a:p>
          <a:p>
            <a:r>
              <a:rPr lang="en-US" sz="1800" dirty="0">
                <a:latin typeface="Montserrat" pitchFamily="2" charset="0"/>
              </a:rPr>
              <a:t>Hal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ingin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pengaturan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ulang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karena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gangguan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seperti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crash</a:t>
            </a:r>
            <a:r>
              <a:rPr lang="en-US" sz="1800" dirty="0">
                <a:latin typeface="Montserrat" pitchFamily="2" charset="0"/>
              </a:rPr>
              <a:t> program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Cara </a:t>
            </a:r>
            <a:r>
              <a:rPr lang="en-US" sz="1800" dirty="0" err="1">
                <a:latin typeface="Montserrat" pitchFamily="2" charset="0"/>
              </a:rPr>
              <a:t>Melakukannya</a:t>
            </a:r>
            <a:r>
              <a:rPr lang="en-US" sz="1800" dirty="0">
                <a:latin typeface="Montserrat" pitchFamily="2" charset="0"/>
              </a:rPr>
              <a:t> :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Tekan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kombinasi</a:t>
            </a:r>
            <a:r>
              <a:rPr lang="en-US" sz="1800" dirty="0">
                <a:latin typeface="Montserrat" pitchFamily="2" charset="0"/>
              </a:rPr>
              <a:t> CTRL + ALT + DELETE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keyboard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Klik</a:t>
            </a:r>
            <a:r>
              <a:rPr lang="en-US" sz="1800" dirty="0">
                <a:latin typeface="Montserrat" pitchFamily="2" charset="0"/>
              </a:rPr>
              <a:t> Restart</a:t>
            </a:r>
          </a:p>
          <a:p>
            <a:pPr marL="342900" indent="-342900">
              <a:buAutoNum type="arabicPeriod"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5806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Soft Booting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Proses booting yang </a:t>
            </a:r>
            <a:r>
              <a:rPr lang="en-US" sz="1800" dirty="0" err="1">
                <a:latin typeface="Montserrat" pitchFamily="2" charset="0"/>
              </a:rPr>
              <a:t>terjadi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sistem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menyalakan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ulang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>
                <a:latin typeface="Montserrat" pitchFamily="2" charset="0"/>
              </a:rPr>
              <a:t>(</a:t>
            </a:r>
            <a:r>
              <a:rPr lang="en-US" sz="1800" i="1" dirty="0">
                <a:latin typeface="Montserrat" pitchFamily="2" charset="0"/>
              </a:rPr>
              <a:t>restart </a:t>
            </a:r>
            <a:r>
              <a:rPr lang="en-US" sz="1800" dirty="0" err="1">
                <a:latin typeface="Montserrat" pitchFamily="2" charset="0"/>
              </a:rPr>
              <a:t>otomatis</a:t>
            </a:r>
            <a:r>
              <a:rPr lang="en-US" sz="1800" dirty="0">
                <a:latin typeface="Montserrat" pitchFamily="2" charset="0"/>
              </a:rPr>
              <a:t>)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keadaan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menyala</a:t>
            </a:r>
            <a:endParaRPr lang="en-US" sz="1800" i="1" u="sng" dirty="0">
              <a:latin typeface="Montserrat" pitchFamily="2" charset="0"/>
            </a:endParaRPr>
          </a:p>
          <a:p>
            <a:r>
              <a:rPr lang="en-US" sz="1800" dirty="0">
                <a:latin typeface="Montserrat" pitchFamily="2" charset="0"/>
              </a:rPr>
              <a:t>Hal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telah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perubahan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pengaturan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perlu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restart </a:t>
            </a:r>
            <a:r>
              <a:rPr lang="en-US" sz="1800" dirty="0" err="1">
                <a:latin typeface="Montserrat" pitchFamily="2" charset="0"/>
              </a:rPr>
              <a:t>terlebih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dahulu</a:t>
            </a:r>
            <a:r>
              <a:rPr lang="en-US" sz="1800" dirty="0">
                <a:latin typeface="Montserrat" pitchFamily="2" charset="0"/>
              </a:rPr>
              <a:t> agar </a:t>
            </a:r>
            <a:r>
              <a:rPr lang="en-US" sz="1800" dirty="0" err="1">
                <a:latin typeface="Montserrat" pitchFamily="2" charset="0"/>
              </a:rPr>
              <a:t>pengaturan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tersebut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bisa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dijalankan</a:t>
            </a:r>
            <a:r>
              <a:rPr lang="en-US" sz="1800" dirty="0">
                <a:latin typeface="Montserrat" pitchFamily="2" charset="0"/>
              </a:rPr>
              <a:t> </a:t>
            </a:r>
          </a:p>
          <a:p>
            <a:r>
              <a:rPr lang="en-US" sz="1800" dirty="0" err="1">
                <a:latin typeface="Montserrat" pitchFamily="2" charset="0"/>
              </a:rPr>
              <a:t>Contohnya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perubahan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BIOS, </a:t>
            </a:r>
            <a:r>
              <a:rPr lang="en-US" sz="1800" dirty="0" err="1">
                <a:latin typeface="Montserrat" pitchFamily="2" charset="0"/>
              </a:rPr>
              <a:t>maka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restart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otomatis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6131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Hard Booting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Proses booting yang </a:t>
            </a:r>
            <a:r>
              <a:rPr lang="en-US" sz="1800" dirty="0" err="1">
                <a:latin typeface="Montserrat" pitchFamily="2" charset="0"/>
              </a:rPr>
              <a:t>terjadi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kita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menyalakan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ulang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>
                <a:latin typeface="Montserrat" pitchFamily="2" charset="0"/>
              </a:rPr>
              <a:t>(me-</a:t>
            </a:r>
            <a:r>
              <a:rPr lang="en-US" sz="1800" i="1" dirty="0">
                <a:latin typeface="Montserrat" pitchFamily="2" charset="0"/>
              </a:rPr>
              <a:t>restart)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keadaan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menyala</a:t>
            </a:r>
            <a:r>
              <a:rPr lang="en-US" sz="1800" i="1" dirty="0">
                <a:latin typeface="Montserrat" pitchFamily="2" charset="0"/>
              </a:rPr>
              <a:t>.</a:t>
            </a:r>
          </a:p>
          <a:p>
            <a:r>
              <a:rPr lang="en-US" sz="1800" dirty="0">
                <a:latin typeface="Montserrat" pitchFamily="2" charset="0"/>
              </a:rPr>
              <a:t>Hal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karena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sedang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pakai</a:t>
            </a:r>
            <a:r>
              <a:rPr lang="en-US" sz="1800" dirty="0">
                <a:latin typeface="Montserrat" pitchFamily="2" charset="0"/>
              </a:rPr>
              <a:t> “</a:t>
            </a:r>
            <a:r>
              <a:rPr lang="en-US" sz="1800" i="1" dirty="0">
                <a:latin typeface="Montserrat" pitchFamily="2" charset="0"/>
              </a:rPr>
              <a:t>hang”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tidak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merespon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waktu</a:t>
            </a:r>
            <a:r>
              <a:rPr lang="en-US" sz="1800" dirty="0">
                <a:latin typeface="Montserrat" pitchFamily="2" charset="0"/>
              </a:rPr>
              <a:t> yang lama</a:t>
            </a:r>
          </a:p>
          <a:p>
            <a:pPr marL="0" indent="0">
              <a:buNone/>
            </a:pPr>
            <a:endParaRPr lang="en-US" sz="1800" i="1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Cara </a:t>
            </a:r>
            <a:r>
              <a:rPr lang="en-US" sz="1800" dirty="0" err="1">
                <a:latin typeface="Montserrat" pitchFamily="2" charset="0"/>
              </a:rPr>
              <a:t>Melakukannya</a:t>
            </a:r>
            <a:r>
              <a:rPr lang="en-US" sz="1800" dirty="0">
                <a:latin typeface="Montserrat" pitchFamily="2" charset="0"/>
              </a:rPr>
              <a:t> : </a:t>
            </a:r>
          </a:p>
          <a:p>
            <a:r>
              <a:rPr lang="en-US" sz="1800" dirty="0" err="1">
                <a:latin typeface="Montserrat" pitchFamily="2" charset="0"/>
              </a:rPr>
              <a:t>Tekan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Reset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Dekstop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atau</a:t>
            </a:r>
            <a:r>
              <a:rPr lang="en-US" sz="1800" dirty="0">
                <a:latin typeface="Montserrat" pitchFamily="2" charset="0"/>
              </a:rPr>
              <a:t> </a:t>
            </a:r>
          </a:p>
          <a:p>
            <a:r>
              <a:rPr lang="en-US" sz="1800" dirty="0" err="1">
                <a:latin typeface="Montserrat" pitchFamily="2" charset="0"/>
              </a:rPr>
              <a:t>Tekan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Power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Laptop </a:t>
            </a:r>
            <a:r>
              <a:rPr lang="en-US" sz="1800" dirty="0" err="1">
                <a:latin typeface="Montserrat" pitchFamily="2" charset="0"/>
              </a:rPr>
              <a:t>beberapa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detik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sampai</a:t>
            </a:r>
            <a:r>
              <a:rPr lang="en-US" sz="1800" dirty="0">
                <a:latin typeface="Montserrat" pitchFamily="2" charset="0"/>
              </a:rPr>
              <a:t> Laptop </a:t>
            </a:r>
            <a:r>
              <a:rPr lang="en-US" sz="1800" dirty="0" err="1">
                <a:latin typeface="Montserrat" pitchFamily="2" charset="0"/>
              </a:rPr>
              <a:t>mati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menyala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kembali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sendirinya</a:t>
            </a: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4785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Rebooting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Montserrat" pitchFamily="2" charset="0"/>
              </a:rPr>
              <a:t>Proses booting yang </a:t>
            </a:r>
            <a:r>
              <a:rPr lang="en-US" sz="1800" dirty="0" err="1">
                <a:latin typeface="Montserrat" pitchFamily="2" charset="0"/>
              </a:rPr>
              <a:t>terjadi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kita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menyalakan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b="1" dirty="0" err="1">
                <a:latin typeface="Montserrat" pitchFamily="2" charset="0"/>
              </a:rPr>
              <a:t>ulang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>
                <a:latin typeface="Montserrat" pitchFamily="2" charset="0"/>
              </a:rPr>
              <a:t>(me-</a:t>
            </a:r>
            <a:r>
              <a:rPr lang="en-US" sz="1800" i="1" dirty="0">
                <a:latin typeface="Montserrat" pitchFamily="2" charset="0"/>
              </a:rPr>
              <a:t>restart)</a:t>
            </a:r>
            <a:r>
              <a:rPr lang="en-US" sz="1800" b="1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saat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dalam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keadaan</a:t>
            </a:r>
            <a:r>
              <a:rPr lang="en-US" sz="1800" i="1" dirty="0">
                <a:latin typeface="Montserrat" pitchFamily="2" charset="0"/>
              </a:rPr>
              <a:t> </a:t>
            </a:r>
            <a:r>
              <a:rPr lang="en-US" sz="1800" i="1" dirty="0" err="1">
                <a:latin typeface="Montserrat" pitchFamily="2" charset="0"/>
              </a:rPr>
              <a:t>menyala</a:t>
            </a:r>
            <a:r>
              <a:rPr lang="en-US" sz="1800" i="1" dirty="0">
                <a:latin typeface="Montserrat" pitchFamily="2" charset="0"/>
              </a:rPr>
              <a:t>.</a:t>
            </a:r>
          </a:p>
          <a:p>
            <a:r>
              <a:rPr lang="en-US" sz="1800" dirty="0">
                <a:latin typeface="Montserrat" pitchFamily="2" charset="0"/>
              </a:rPr>
              <a:t>Hal </a:t>
            </a:r>
            <a:r>
              <a:rPr lang="en-US" sz="1800" dirty="0" err="1">
                <a:latin typeface="Montserrat" pitchFamily="2" charset="0"/>
              </a:rPr>
              <a:t>ini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ketika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melakukan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perubahan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operasi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seperti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menginstal</a:t>
            </a:r>
            <a:r>
              <a:rPr lang="en-US" sz="1800" dirty="0">
                <a:latin typeface="Montserrat" pitchFamily="2" charset="0"/>
              </a:rPr>
              <a:t> Driver </a:t>
            </a:r>
            <a:r>
              <a:rPr lang="en-US" sz="1800" dirty="0" err="1">
                <a:latin typeface="Montserrat" pitchFamily="2" charset="0"/>
              </a:rPr>
              <a:t>baru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sehingga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perlu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reboot </a:t>
            </a:r>
            <a:r>
              <a:rPr lang="en-US" sz="1800" dirty="0">
                <a:latin typeface="Montserrat" pitchFamily="2" charset="0"/>
              </a:rPr>
              <a:t>agar </a:t>
            </a:r>
            <a:r>
              <a:rPr lang="en-US" sz="1800" dirty="0" err="1">
                <a:latin typeface="Montserrat" pitchFamily="2" charset="0"/>
              </a:rPr>
              <a:t>fungsi</a:t>
            </a:r>
            <a:r>
              <a:rPr lang="en-US" sz="1800" dirty="0">
                <a:latin typeface="Montserrat" pitchFamily="2" charset="0"/>
              </a:rPr>
              <a:t> Driver </a:t>
            </a:r>
            <a:r>
              <a:rPr lang="en-US" sz="1800" dirty="0" err="1">
                <a:latin typeface="Montserrat" pitchFamily="2" charset="0"/>
              </a:rPr>
              <a:t>tersebut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optimal</a:t>
            </a:r>
          </a:p>
          <a:p>
            <a:pPr marL="0" indent="0">
              <a:buNone/>
            </a:pPr>
            <a:endParaRPr lang="en-US" sz="1800" i="1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Cara 1 : </a:t>
            </a:r>
          </a:p>
          <a:p>
            <a:pPr marL="0" indent="0">
              <a:buNone/>
            </a:pPr>
            <a:r>
              <a:rPr lang="en-US" sz="1800" dirty="0" err="1">
                <a:latin typeface="Montserrat" pitchFamily="2" charset="0"/>
              </a:rPr>
              <a:t>Terkadang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anjuran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sistem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dengan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tampilnya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i="1" dirty="0">
                <a:latin typeface="Montserrat" pitchFamily="2" charset="0"/>
              </a:rPr>
              <a:t>Reboot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layar</a:t>
            </a:r>
            <a:r>
              <a:rPr lang="en-US" sz="1800" dirty="0">
                <a:latin typeface="Montserrat" pitchFamily="2" charset="0"/>
              </a:rPr>
              <a:t> monitor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, </a:t>
            </a:r>
            <a:r>
              <a:rPr lang="en-US" sz="1800" dirty="0" err="1">
                <a:latin typeface="Montserrat" pitchFamily="2" charset="0"/>
              </a:rPr>
              <a:t>jadi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kita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tinggal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klik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tersebut</a:t>
            </a: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800" dirty="0">
                <a:latin typeface="Montserrat" pitchFamily="2" charset="0"/>
              </a:rPr>
              <a:t>Cara 2 :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Tekan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tombol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kombinasi</a:t>
            </a:r>
            <a:r>
              <a:rPr lang="en-US" sz="1800" dirty="0">
                <a:latin typeface="Montserrat" pitchFamily="2" charset="0"/>
              </a:rPr>
              <a:t> CTRL + ALT + DELETE </a:t>
            </a:r>
            <a:r>
              <a:rPr lang="en-US" sz="1800" dirty="0" err="1">
                <a:latin typeface="Montserrat" pitchFamily="2" charset="0"/>
              </a:rPr>
              <a:t>pada</a:t>
            </a:r>
            <a:r>
              <a:rPr lang="en-US" sz="1800" dirty="0">
                <a:latin typeface="Montserrat" pitchFamily="2" charset="0"/>
              </a:rPr>
              <a:t> keyboard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Montserrat" pitchFamily="2" charset="0"/>
              </a:rPr>
              <a:t>Klik</a:t>
            </a:r>
            <a:r>
              <a:rPr lang="en-US" sz="1800" dirty="0">
                <a:latin typeface="Montserrat" pitchFamily="2" charset="0"/>
              </a:rPr>
              <a:t> Restart</a:t>
            </a:r>
          </a:p>
          <a:p>
            <a:pPr marL="0" indent="0">
              <a:buNone/>
            </a:pPr>
            <a:endParaRPr lang="en-US" sz="1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644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064898"/>
              </p:ext>
            </p:extLst>
          </p:nvPr>
        </p:nvGraphicFramePr>
        <p:xfrm>
          <a:off x="645652" y="955640"/>
          <a:ext cx="10828593" cy="414140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1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68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Montserrat" pitchFamily="2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itchFamily="2" charset="0"/>
                        </a:rPr>
                        <a:t>Jenis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Booting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Montserrat" pitchFamily="2" charset="0"/>
                        </a:rPr>
                        <a:t>Pelaku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Alasan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Cool Booting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Brainware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Menghidupkan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komputer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untuk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dipakai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seperti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biasa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Warm</a:t>
                      </a:r>
                      <a:r>
                        <a:rPr lang="en-US" sz="1800" baseline="0" dirty="0">
                          <a:latin typeface="Montserrat" pitchFamily="2" charset="0"/>
                        </a:rPr>
                        <a:t> Booting</a:t>
                      </a:r>
                      <a:endParaRPr lang="en-US" sz="1800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Brainware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Mengatur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ulang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sistem</a:t>
                      </a:r>
                      <a:r>
                        <a:rPr lang="en-US" dirty="0">
                          <a:latin typeface="Montserrat" pitchFamily="2" charset="0"/>
                        </a:rPr>
                        <a:t>/</a:t>
                      </a:r>
                      <a:r>
                        <a:rPr lang="en-US" dirty="0" err="1">
                          <a:latin typeface="Montserrat" pitchFamily="2" charset="0"/>
                        </a:rPr>
                        <a:t>gangguan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</a:t>
                      </a:r>
                      <a:r>
                        <a:rPr lang="en-US" baseline="0" dirty="0" err="1">
                          <a:latin typeface="Montserrat" pitchFamily="2" charset="0"/>
                        </a:rPr>
                        <a:t>pada</a:t>
                      </a:r>
                      <a:r>
                        <a:rPr lang="en-US" baseline="0" dirty="0">
                          <a:latin typeface="Montserrat" pitchFamily="2" charset="0"/>
                        </a:rPr>
                        <a:t> program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Soft Booting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Sistem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Menjalankan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perubahan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pada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pengaturan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sistem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seperti</a:t>
                      </a:r>
                      <a:r>
                        <a:rPr lang="en-US" dirty="0">
                          <a:latin typeface="Montserrat" pitchFamily="2" charset="0"/>
                        </a:rPr>
                        <a:t> BIOS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Hard Booting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Brainware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Komputer</a:t>
                      </a:r>
                      <a:r>
                        <a:rPr lang="en-US" dirty="0">
                          <a:latin typeface="Montserrat" pitchFamily="2" charset="0"/>
                        </a:rPr>
                        <a:t> Hang (</a:t>
                      </a:r>
                      <a:r>
                        <a:rPr lang="en-US" sz="1800" dirty="0" err="1">
                          <a:latin typeface="Montserrat" pitchFamily="2" charset="0"/>
                        </a:rPr>
                        <a:t>tidak</a:t>
                      </a:r>
                      <a:r>
                        <a:rPr lang="en-US" sz="1800" dirty="0">
                          <a:latin typeface="Montserrat" pitchFamily="2" charset="0"/>
                        </a:rPr>
                        <a:t> </a:t>
                      </a:r>
                      <a:r>
                        <a:rPr lang="en-US" sz="1800" dirty="0" err="1">
                          <a:latin typeface="Montserrat" pitchFamily="2" charset="0"/>
                        </a:rPr>
                        <a:t>merespon</a:t>
                      </a:r>
                      <a:r>
                        <a:rPr lang="en-US" sz="1800" dirty="0">
                          <a:latin typeface="Montserrat" pitchFamily="2" charset="0"/>
                        </a:rPr>
                        <a:t> </a:t>
                      </a:r>
                      <a:r>
                        <a:rPr lang="en-US" sz="1800" dirty="0" err="1">
                          <a:latin typeface="Montserrat" pitchFamily="2" charset="0"/>
                        </a:rPr>
                        <a:t>dalam</a:t>
                      </a:r>
                      <a:r>
                        <a:rPr lang="en-US" sz="1800" dirty="0">
                          <a:latin typeface="Montserrat" pitchFamily="2" charset="0"/>
                        </a:rPr>
                        <a:t> </a:t>
                      </a:r>
                      <a:r>
                        <a:rPr lang="en-US" sz="1800" dirty="0" err="1">
                          <a:latin typeface="Montserrat" pitchFamily="2" charset="0"/>
                        </a:rPr>
                        <a:t>waktu</a:t>
                      </a:r>
                      <a:r>
                        <a:rPr lang="en-US" sz="1800" dirty="0">
                          <a:latin typeface="Montserrat" pitchFamily="2" charset="0"/>
                        </a:rPr>
                        <a:t> yang lama)</a:t>
                      </a:r>
                      <a:endParaRPr lang="en-US" sz="1800" i="0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83">
                <a:tc>
                  <a:txBody>
                    <a:bodyPr/>
                    <a:lstStyle/>
                    <a:p>
                      <a:r>
                        <a:rPr lang="en-US" dirty="0">
                          <a:latin typeface="Montserrat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Montserrat" pitchFamily="2" charset="0"/>
                        </a:rPr>
                        <a:t>Rebooting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Montserrat" pitchFamily="2" charset="0"/>
                        </a:rPr>
                        <a:t>Brainware</a:t>
                      </a:r>
                      <a:r>
                        <a:rPr lang="en-US" dirty="0">
                          <a:latin typeface="Montserrat" pitchFamily="2" charset="0"/>
                        </a:rPr>
                        <a:t>. </a:t>
                      </a:r>
                      <a:r>
                        <a:rPr lang="en-US" dirty="0" err="1">
                          <a:latin typeface="Montserrat" pitchFamily="2" charset="0"/>
                        </a:rPr>
                        <a:t>Namun</a:t>
                      </a:r>
                      <a:r>
                        <a:rPr lang="en-US" dirty="0">
                          <a:latin typeface="Montserrat" pitchFamily="2" charset="0"/>
                        </a:rPr>
                        <a:t>, </a:t>
                      </a:r>
                      <a:r>
                        <a:rPr lang="en-US" dirty="0" err="1">
                          <a:latin typeface="Montserrat" pitchFamily="2" charset="0"/>
                        </a:rPr>
                        <a:t>terkadang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ada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anjuran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dari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Sistem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Montserrat" pitchFamily="2" charset="0"/>
                        </a:rPr>
                        <a:t>Menjalankan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perubahan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pada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Sistem</a:t>
                      </a:r>
                      <a:r>
                        <a:rPr lang="en-US" dirty="0">
                          <a:latin typeface="Montserrat" pitchFamily="2" charset="0"/>
                        </a:rPr>
                        <a:t> </a:t>
                      </a:r>
                      <a:r>
                        <a:rPr lang="en-US" dirty="0" err="1">
                          <a:latin typeface="Montserrat" pitchFamily="2" charset="0"/>
                        </a:rPr>
                        <a:t>Operasi</a:t>
                      </a:r>
                      <a:endParaRPr lang="en-US" dirty="0">
                        <a:latin typeface="Montserrat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85652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5710</TotalTime>
  <Words>557</Words>
  <Application>Microsoft Office PowerPoint</Application>
  <PresentationFormat>Widescreen</PresentationFormat>
  <Paragraphs>82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Office Theme</vt:lpstr>
      <vt:lpstr>PowerPoint Presentation</vt:lpstr>
      <vt:lpstr>Apa itu Booting?</vt:lpstr>
      <vt:lpstr>Tahapan Booting</vt:lpstr>
      <vt:lpstr>Jenis-Jenis Booting</vt:lpstr>
      <vt:lpstr>Cool Booting</vt:lpstr>
      <vt:lpstr>Warm Booting</vt:lpstr>
      <vt:lpstr>Soft Booting</vt:lpstr>
      <vt:lpstr>Hard Booting</vt:lpstr>
      <vt:lpstr>Rebooting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1323</cp:revision>
  <dcterms:created xsi:type="dcterms:W3CDTF">2021-04-24T02:20:04Z</dcterms:created>
  <dcterms:modified xsi:type="dcterms:W3CDTF">2023-08-27T07:38:55Z</dcterms:modified>
</cp:coreProperties>
</file>