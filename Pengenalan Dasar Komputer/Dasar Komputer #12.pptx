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58" r:id="rId3"/>
    <p:sldId id="265" r:id="rId4"/>
    <p:sldId id="2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86550" autoAdjust="0"/>
  </p:normalViewPr>
  <p:slideViewPr>
    <p:cSldViewPr snapToGrid="0">
      <p:cViewPr varScale="1">
        <p:scale>
          <a:sx n="60" d="100"/>
          <a:sy n="60" d="100"/>
        </p:scale>
        <p:origin x="97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27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9494" y="2697480"/>
            <a:ext cx="10613010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3410209" y="3429000"/>
            <a:ext cx="5371579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#12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Tahapan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Belajar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Selanjutnya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E1F62-4811-41BC-9AF6-BABC4C33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dirty="0" err="1">
                <a:latin typeface="Montserrat" panose="00000500000000000000" pitchFamily="2" charset="0"/>
              </a:rPr>
              <a:t>Rekap</a:t>
            </a:r>
            <a:r>
              <a:rPr lang="en-US" sz="3000" dirty="0">
                <a:latin typeface="Montserrat" panose="00000500000000000000" pitchFamily="2" charset="0"/>
              </a:rPr>
              <a:t> (</a:t>
            </a:r>
            <a:r>
              <a:rPr lang="en-US" sz="3000" dirty="0" err="1">
                <a:latin typeface="Montserrat" panose="00000500000000000000" pitchFamily="2" charset="0"/>
              </a:rPr>
              <a:t>Rangkuman</a:t>
            </a:r>
            <a:r>
              <a:rPr lang="en-US" sz="3000" dirty="0">
                <a:latin typeface="Montserrat" panose="00000500000000000000" pitchFamily="2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81A685-8C51-425B-878E-E5F4CCA37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24" y="1673225"/>
            <a:ext cx="10887075" cy="4351338"/>
          </a:xfrm>
        </p:spPr>
        <p:txBody>
          <a:bodyPr anchor="t">
            <a:normAutofit/>
          </a:bodyPr>
          <a:lstStyle/>
          <a:p>
            <a:r>
              <a:rPr lang="en-US" sz="1800" dirty="0" err="1">
                <a:latin typeface="Montserrat" panose="00000500000000000000" pitchFamily="2" charset="0"/>
              </a:rPr>
              <a:t>Apa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Itu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r>
              <a:rPr lang="en-US" sz="1800" dirty="0">
                <a:latin typeface="Montserrat" panose="00000500000000000000" pitchFamily="2" charset="0"/>
              </a:rPr>
              <a:t>? </a:t>
            </a:r>
            <a:r>
              <a:rPr lang="en-US" sz="1800" dirty="0" err="1">
                <a:latin typeface="Montserrat" panose="00000500000000000000" pitchFamily="2" charset="0"/>
              </a:rPr>
              <a:t>Kenapa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Harus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Mempelajarinya</a:t>
            </a:r>
            <a:r>
              <a:rPr lang="en-US" sz="1800" dirty="0">
                <a:latin typeface="Montserrat" panose="00000500000000000000" pitchFamily="2" charset="0"/>
              </a:rPr>
              <a:t>?</a:t>
            </a:r>
          </a:p>
          <a:p>
            <a:r>
              <a:rPr lang="en-US" sz="1800" dirty="0" err="1">
                <a:latin typeface="Montserrat" panose="00000500000000000000" pitchFamily="2" charset="0"/>
              </a:rPr>
              <a:t>Sejarah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Singkat</a:t>
            </a:r>
            <a:r>
              <a:rPr lang="en-US" sz="1800" dirty="0">
                <a:latin typeface="Montserrat" panose="00000500000000000000" pitchFamily="2" charset="0"/>
              </a:rPr>
              <a:t> &amp; </a:t>
            </a:r>
            <a:r>
              <a:rPr lang="en-US" sz="1800" dirty="0" err="1">
                <a:latin typeface="Montserrat" panose="00000500000000000000" pitchFamily="2" charset="0"/>
              </a:rPr>
              <a:t>Perkembangan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endParaRPr lang="en-US" sz="1800" dirty="0">
              <a:latin typeface="Montserrat" panose="00000500000000000000" pitchFamily="2" charset="0"/>
            </a:endParaRPr>
          </a:p>
          <a:p>
            <a:r>
              <a:rPr lang="en-US" sz="1800" dirty="0" err="1">
                <a:latin typeface="Montserrat" panose="00000500000000000000" pitchFamily="2" charset="0"/>
              </a:rPr>
              <a:t>Jenis-Jenis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endParaRPr lang="en-US" sz="1800" dirty="0">
              <a:latin typeface="Montserrat" panose="00000500000000000000" pitchFamily="2" charset="0"/>
            </a:endParaRPr>
          </a:p>
          <a:p>
            <a:r>
              <a:rPr lang="en-US" sz="1800" dirty="0" err="1">
                <a:latin typeface="Montserrat" panose="00000500000000000000" pitchFamily="2" charset="0"/>
              </a:rPr>
              <a:t>Komponen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Utama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Sistem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r>
              <a:rPr lang="en-US" sz="1800" dirty="0">
                <a:latin typeface="Montserrat" panose="00000500000000000000" pitchFamily="2" charset="0"/>
              </a:rPr>
              <a:t> (</a:t>
            </a:r>
            <a:r>
              <a:rPr lang="en-US" sz="1800" dirty="0" err="1">
                <a:latin typeface="Montserrat" panose="00000500000000000000" pitchFamily="2" charset="0"/>
              </a:rPr>
              <a:t>Pengertian</a:t>
            </a:r>
            <a:r>
              <a:rPr lang="en-US" sz="1800" dirty="0">
                <a:latin typeface="Montserrat" panose="00000500000000000000" pitchFamily="2" charset="0"/>
              </a:rPr>
              <a:t>, </a:t>
            </a:r>
            <a:r>
              <a:rPr lang="en-US" sz="1800" dirty="0" err="1">
                <a:latin typeface="Montserrat" panose="00000500000000000000" pitchFamily="2" charset="0"/>
              </a:rPr>
              <a:t>Fungsi</a:t>
            </a:r>
            <a:r>
              <a:rPr lang="en-US" sz="1800" dirty="0">
                <a:latin typeface="Montserrat" panose="00000500000000000000" pitchFamily="2" charset="0"/>
              </a:rPr>
              <a:t>, </a:t>
            </a:r>
            <a:r>
              <a:rPr lang="en-US" sz="1800" dirty="0" err="1">
                <a:latin typeface="Montserrat" panose="00000500000000000000" pitchFamily="2" charset="0"/>
              </a:rPr>
              <a:t>dan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Contohnya</a:t>
            </a:r>
            <a:r>
              <a:rPr lang="en-US" sz="1800" dirty="0">
                <a:latin typeface="Montserrat" panose="00000500000000000000" pitchFamily="2" charset="0"/>
              </a:rPr>
              <a:t>)</a:t>
            </a:r>
          </a:p>
          <a:p>
            <a:pPr lvl="1"/>
            <a:r>
              <a:rPr lang="en-US" sz="1400" dirty="0">
                <a:latin typeface="Montserrat" panose="00000500000000000000" pitchFamily="2" charset="0"/>
              </a:rPr>
              <a:t>Hardware</a:t>
            </a:r>
          </a:p>
          <a:p>
            <a:pPr lvl="1"/>
            <a:r>
              <a:rPr lang="en-US" sz="1400" dirty="0">
                <a:latin typeface="Montserrat" panose="00000500000000000000" pitchFamily="2" charset="0"/>
              </a:rPr>
              <a:t>Software</a:t>
            </a:r>
          </a:p>
          <a:p>
            <a:pPr lvl="1"/>
            <a:r>
              <a:rPr lang="en-US" sz="1400" dirty="0" err="1">
                <a:latin typeface="Montserrat" panose="00000500000000000000" pitchFamily="2" charset="0"/>
              </a:rPr>
              <a:t>Brainware</a:t>
            </a:r>
            <a:endParaRPr lang="en-US" sz="1400" dirty="0">
              <a:latin typeface="Montserrat" panose="00000500000000000000" pitchFamily="2" charset="0"/>
            </a:endParaRPr>
          </a:p>
          <a:p>
            <a:r>
              <a:rPr lang="en-US" sz="1800" dirty="0">
                <a:latin typeface="Montserrat" panose="00000500000000000000" pitchFamily="2" charset="0"/>
              </a:rPr>
              <a:t>Booting </a:t>
            </a:r>
            <a:r>
              <a:rPr lang="en-US" sz="1800" dirty="0" err="1">
                <a:latin typeface="Montserrat" panose="00000500000000000000" pitchFamily="2" charset="0"/>
              </a:rPr>
              <a:t>Pada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endParaRPr lang="en-US" sz="1800" dirty="0">
              <a:latin typeface="Montserrat" panose="00000500000000000000" pitchFamily="2" charset="0"/>
            </a:endParaRPr>
          </a:p>
          <a:p>
            <a:r>
              <a:rPr lang="en-US" sz="1800" dirty="0" err="1">
                <a:latin typeface="Montserrat" panose="00000500000000000000" pitchFamily="2" charset="0"/>
              </a:rPr>
              <a:t>Langkah-Langkah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Menyalakan</a:t>
            </a:r>
            <a:r>
              <a:rPr lang="en-US" sz="1800" dirty="0">
                <a:latin typeface="Montserrat" panose="00000500000000000000" pitchFamily="2" charset="0"/>
              </a:rPr>
              <a:t>, Me</a:t>
            </a:r>
            <a:r>
              <a:rPr lang="en-US" sz="1800" i="1" dirty="0">
                <a:latin typeface="Montserrat" panose="00000500000000000000" pitchFamily="2" charset="0"/>
              </a:rPr>
              <a:t>-restart, </a:t>
            </a:r>
            <a:r>
              <a:rPr lang="en-US" sz="1800" dirty="0" err="1">
                <a:latin typeface="Montserrat" panose="00000500000000000000" pitchFamily="2" charset="0"/>
              </a:rPr>
              <a:t>dan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Mematikan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dirty="0" err="1">
                <a:latin typeface="Montserrat" panose="00000500000000000000" pitchFamily="2" charset="0"/>
              </a:rPr>
              <a:t>Komputer</a:t>
            </a:r>
            <a:endParaRPr lang="en-US" sz="1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9690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BEA1-AC1F-4B5E-9F22-E0F7B8B1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anose="00000500000000000000" pitchFamily="2" charset="0"/>
              </a:rPr>
              <a:t>Belajar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dirty="0" err="1">
                <a:latin typeface="Montserrat" panose="00000500000000000000" pitchFamily="2" charset="0"/>
              </a:rPr>
              <a:t>Apa</a:t>
            </a:r>
            <a:r>
              <a:rPr lang="en-US" sz="3000" dirty="0">
                <a:latin typeface="Montserrat" panose="00000500000000000000" pitchFamily="2" charset="0"/>
              </a:rPr>
              <a:t> </a:t>
            </a:r>
            <a:r>
              <a:rPr lang="en-US" sz="3000" dirty="0" err="1">
                <a:latin typeface="Montserrat" panose="00000500000000000000" pitchFamily="2" charset="0"/>
              </a:rPr>
              <a:t>Selanjutnya</a:t>
            </a:r>
            <a:r>
              <a:rPr lang="en-US" sz="3000" dirty="0">
                <a:latin typeface="Montserrat" panose="00000500000000000000" pitchFamily="2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51DE9-044B-46CA-83DD-DB0BD9395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latin typeface="Montserrat" panose="00000500000000000000" pitchFamily="2" charset="0"/>
              </a:rPr>
              <a:t>Fokus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i="1" dirty="0">
                <a:latin typeface="Montserrat" panose="00000500000000000000" pitchFamily="2" charset="0"/>
              </a:rPr>
              <a:t>Hardware</a:t>
            </a:r>
          </a:p>
          <a:p>
            <a:r>
              <a:rPr lang="en-US" sz="1800" dirty="0" err="1">
                <a:latin typeface="Montserrat" panose="00000500000000000000" pitchFamily="2" charset="0"/>
              </a:rPr>
              <a:t>Fokus</a:t>
            </a:r>
            <a:r>
              <a:rPr lang="en-US" sz="1800" dirty="0">
                <a:latin typeface="Montserrat" panose="00000500000000000000" pitchFamily="2" charset="0"/>
              </a:rPr>
              <a:t> </a:t>
            </a:r>
            <a:r>
              <a:rPr lang="en-US" sz="1800" i="1" dirty="0">
                <a:latin typeface="Montserrat" panose="00000500000000000000" pitchFamily="2" charset="0"/>
              </a:rPr>
              <a:t>Software</a:t>
            </a:r>
            <a:endParaRPr lang="id-ID" sz="1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2968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4D40A-539F-42F9-BCFD-F2A4602D2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1800">
                <a:latin typeface="Montserrat" panose="00000500000000000000" pitchFamily="2" charset="0"/>
              </a:rPr>
              <a:t>Selesai.</a:t>
            </a:r>
            <a:endParaRPr lang="en-US" sz="1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70201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66</Words>
  <Application>Microsoft Office PowerPoint</Application>
  <PresentationFormat>Widescreen</PresentationFormat>
  <Paragraphs>19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Montserrat</vt:lpstr>
      <vt:lpstr>Office Theme</vt:lpstr>
      <vt:lpstr>PowerPoint Presentation</vt:lpstr>
      <vt:lpstr>Rekap (Rangkuman)</vt:lpstr>
      <vt:lpstr>Belajar Apa Selanjutnya?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639</cp:revision>
  <dcterms:created xsi:type="dcterms:W3CDTF">2021-04-24T02:20:04Z</dcterms:created>
  <dcterms:modified xsi:type="dcterms:W3CDTF">2023-08-27T15:48:11Z</dcterms:modified>
</cp:coreProperties>
</file>