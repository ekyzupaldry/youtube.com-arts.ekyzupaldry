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1" r:id="rId2"/>
    <p:sldId id="258" r:id="rId3"/>
    <p:sldId id="274" r:id="rId4"/>
    <p:sldId id="275" r:id="rId5"/>
    <p:sldId id="276" r:id="rId6"/>
    <p:sldId id="278" r:id="rId7"/>
    <p:sldId id="277" r:id="rId8"/>
    <p:sldId id="2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FFFF"/>
    <a:srgbClr val="6B4809"/>
    <a:srgbClr val="FF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6499" autoAdjust="0"/>
  </p:normalViewPr>
  <p:slideViewPr>
    <p:cSldViewPr snapToGrid="0">
      <p:cViewPr varScale="1">
        <p:scale>
          <a:sx n="60" d="100"/>
          <a:sy n="60" d="100"/>
        </p:scale>
        <p:origin x="85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-3822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125E2-BA86-42E6-B646-607113BC3EEA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7143C-AAF8-42C1-BB04-F031C01A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18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gjahost.co.id/blog/brainware-adalah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goldenfast.net/blog/brainware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  <a:hlinkClick r:id="rId3"/>
              </a:rPr>
              <a:t>https://www.jogjahost.co.id/blog/brainware-adalah</a:t>
            </a:r>
            <a:endParaRPr lang="en-US" sz="1200" dirty="0">
              <a:latin typeface="Montserrat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  <a:hlinkClick r:id="rId4"/>
              </a:rPr>
              <a:t>https://www.goldenfast.net/blog/brainware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4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55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D54A-B5E4-46BE-96D3-19229C8A8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AC46C-E13F-445C-B714-5281DA3C1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6C094-9635-4D67-9BDD-8E6EEB74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8AA9-234E-40FF-BE62-1F9432D7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1E945-E56F-4AC8-8B74-DBBB9C19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4022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3A93-5FE2-44C6-8700-40CACAD1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E75A-D26A-4BB9-B0E9-21C9C3AEC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170ED-CED3-488A-830D-029CA478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2784-787E-4077-9271-F5811399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7317-B926-4584-9234-F9352A1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1224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2CFD-81C8-4476-ABB7-DE210520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DF3D6-5EC6-4330-8475-3C1F844C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8A27-3B28-499C-8A45-1CB9CAE0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806D-12F8-40B1-805C-5C8F83D4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D21AF-27C6-44D5-B5F3-DC13CF7A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7604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CBF6-A118-4423-ADC6-4609B403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451D-C080-4228-B10A-E6AD68CE5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F8468-1EBC-4E2A-936F-83F5195D1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AFED6-F766-4C0C-9EC2-8E17ED23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7A370-262E-4CF6-9A07-E288E5FC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C1239-9AB6-4AAB-ABC8-1B8B61ED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4825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771C-7E2C-49A2-99F7-FBEB64D6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095D2-8AE3-4651-93E3-457286A94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CC1F8-E035-41E9-94E0-C73A9B66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747B9-8C2B-4DB3-BFF4-05F88B103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90F90-2218-45E2-8CE8-510DE1ED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434CC-5F5E-4FF7-97E1-373D8BFF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274D1-43F6-4CB7-A2E9-D1637BEE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B6571-058D-4B02-BEB5-AAB96537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73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C779-BE38-44D5-9959-5B164292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E959A-8352-4960-95EA-0F597F09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6C4C9-761E-4758-96BD-F884925E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51A1E-8F82-44AE-AED5-9128EA1A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41140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4A2D92-CADF-440C-947E-F3DE90F5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876D0-BE27-46C4-BAEA-AEF6EEB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30022-C951-41B8-9D28-ECD9494B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876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9BA4-8620-4880-AB6A-EB6127B6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7F07-9106-417E-BA0D-8CB84E6B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13716-33BB-485E-A5FB-1D324D960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723C9-3A6E-408B-B5D6-2B79C2C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A768F-8468-4633-ACEA-F0DC8A9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EBC8B-164C-4019-87F1-B3F224C1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082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3F3D-F170-4B3C-A70E-1D96B603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7D2CC-E188-4B2C-BCC0-AC21AECF2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297DF-7B91-4747-8875-044E50A53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DA27-711D-483E-8C51-67A75BA7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738CC-1B2E-483C-80F9-C3D122B0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2453D-074C-48B0-9EBC-E61DB955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7690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FBD8-CBF7-42CE-8D6F-58AA0B16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CA9BA-2A02-4CEA-9E91-0D7792C32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ACA1-0010-4694-A6F6-DF0DEDA1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0B7B9-242D-4397-B640-8F9D6F54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E115-D43A-400A-8808-28CDEF08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21774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C3801-B72C-43F9-B28E-C710221BF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8F5AE-D439-421B-AAC9-1252BC214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C4011-C163-4EAA-9104-4197C9EB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A5E12-BA61-421A-92BC-9400287C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A5FD-FF72-411C-8DC9-289ACCB7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43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02D3B-4714-4844-89EF-A49F26DA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15EB5-3248-414E-932F-5CDFB1F38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1E50-A3EA-4DC8-870D-C5DE79B6D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C7345-AF83-4CE9-BC67-587913DCB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64082-3287-407B-8653-5A0B6D92D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3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A05796-321A-4803-85AD-F5DBEF60D8F3}"/>
              </a:ext>
            </a:extLst>
          </p:cNvPr>
          <p:cNvSpPr/>
          <p:nvPr/>
        </p:nvSpPr>
        <p:spPr>
          <a:xfrm>
            <a:off x="789495" y="2697480"/>
            <a:ext cx="10613010" cy="731520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PENGENALAN DASAR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F19E30-7F70-44CF-95F9-C831B81812F8}"/>
              </a:ext>
            </a:extLst>
          </p:cNvPr>
          <p:cNvSpPr/>
          <p:nvPr/>
        </p:nvSpPr>
        <p:spPr>
          <a:xfrm>
            <a:off x="2551519" y="3429000"/>
            <a:ext cx="7088961" cy="616889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#9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Komponen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Utama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Sistem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-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Brainware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7249373"/>
      </p:ext>
    </p:extLst>
  </p:cSld>
  <p:clrMapOvr>
    <a:masterClrMapping/>
  </p:clrMapOvr>
  <p:transition spd="slow" advTm="26416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Stored Data 9"/>
          <p:cNvSpPr/>
          <p:nvPr/>
        </p:nvSpPr>
        <p:spPr>
          <a:xfrm rot="10800000" flipV="1">
            <a:off x="4026691" y="1709744"/>
            <a:ext cx="2593183" cy="766761"/>
          </a:xfrm>
          <a:prstGeom prst="flowChartOnlineStorag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itchFamily="2" charset="0"/>
              </a:rPr>
              <a:t>HARDWARE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5132" y="822339"/>
            <a:ext cx="3471558" cy="5203800"/>
          </a:xfrm>
          <a:prstGeom prst="roundRect">
            <a:avLst/>
          </a:prstGeom>
          <a:solidFill>
            <a:srgbClr val="0FFFFF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3643311" y="1709743"/>
            <a:ext cx="823912" cy="7667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</a:t>
            </a:r>
          </a:p>
        </p:txBody>
      </p:sp>
      <p:sp>
        <p:nvSpPr>
          <p:cNvPr id="30" name="Flowchart: Stored Data 29"/>
          <p:cNvSpPr/>
          <p:nvPr/>
        </p:nvSpPr>
        <p:spPr>
          <a:xfrm rot="10800000" flipV="1">
            <a:off x="4026690" y="4410078"/>
            <a:ext cx="2593183" cy="766761"/>
          </a:xfrm>
          <a:prstGeom prst="flowChartOnlineStorag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itchFamily="2" charset="0"/>
              </a:rPr>
              <a:t>BRAINWARE</a:t>
            </a:r>
          </a:p>
        </p:txBody>
      </p:sp>
      <p:sp>
        <p:nvSpPr>
          <p:cNvPr id="31" name="Oval 30"/>
          <p:cNvSpPr/>
          <p:nvPr/>
        </p:nvSpPr>
        <p:spPr>
          <a:xfrm>
            <a:off x="3643310" y="4410077"/>
            <a:ext cx="823912" cy="7667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</a:t>
            </a:r>
          </a:p>
        </p:txBody>
      </p:sp>
      <p:sp>
        <p:nvSpPr>
          <p:cNvPr id="32" name="Flowchart: Stored Data 31"/>
          <p:cNvSpPr/>
          <p:nvPr/>
        </p:nvSpPr>
        <p:spPr>
          <a:xfrm rot="10800000" flipV="1">
            <a:off x="4026693" y="3040859"/>
            <a:ext cx="2593183" cy="766761"/>
          </a:xfrm>
          <a:prstGeom prst="flowChartOnlineStorag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itchFamily="2" charset="0"/>
              </a:rPr>
              <a:t>SOFTWARE</a:t>
            </a:r>
          </a:p>
        </p:txBody>
      </p:sp>
      <p:sp>
        <p:nvSpPr>
          <p:cNvPr id="33" name="Oval 32"/>
          <p:cNvSpPr/>
          <p:nvPr/>
        </p:nvSpPr>
        <p:spPr>
          <a:xfrm>
            <a:off x="3643313" y="3040858"/>
            <a:ext cx="823912" cy="7667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3950" y="1262706"/>
            <a:ext cx="2280272" cy="4223694"/>
          </a:xfrm>
          <a:prstGeom prst="roundRect">
            <a:avLst/>
          </a:prstGeom>
          <a:solidFill>
            <a:srgbClr val="0FFFFF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Sistem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pPr algn="ctr"/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Terdiri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Atas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pPr algn="ctr"/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</a:t>
            </a:r>
          </a:p>
          <a:p>
            <a:pPr algn="ctr"/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Komponen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Utama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324722" y="3899703"/>
            <a:ext cx="4667251" cy="180656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Brainware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(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engguna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)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&gt;&gt;  orang yang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menggunakan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atau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mengoperasikan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50" name="Freeform 49"/>
          <p:cNvSpPr/>
          <p:nvPr/>
        </p:nvSpPr>
        <p:spPr>
          <a:xfrm>
            <a:off x="6248398" y="3899703"/>
            <a:ext cx="1114424" cy="600857"/>
          </a:xfrm>
          <a:custGeom>
            <a:avLst/>
            <a:gdLst>
              <a:gd name="connsiteX0" fmla="*/ 16631 w 1045331"/>
              <a:gd name="connsiteY0" fmla="*/ 705195 h 705195"/>
              <a:gd name="connsiteX1" fmla="*/ 140456 w 1045331"/>
              <a:gd name="connsiteY1" fmla="*/ 19395 h 705195"/>
              <a:gd name="connsiteX2" fmla="*/ 1045331 w 1045331"/>
              <a:gd name="connsiteY2" fmla="*/ 181320 h 70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5331" h="705195">
                <a:moveTo>
                  <a:pt x="16631" y="705195"/>
                </a:moveTo>
                <a:cubicBezTo>
                  <a:pt x="-7182" y="405951"/>
                  <a:pt x="-30994" y="106707"/>
                  <a:pt x="140456" y="19395"/>
                </a:cubicBezTo>
                <a:cubicBezTo>
                  <a:pt x="311906" y="-67918"/>
                  <a:pt x="926269" y="167033"/>
                  <a:pt x="1045331" y="181320"/>
                </a:cubicBezTo>
              </a:path>
            </a:pathLst>
          </a:cu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690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9" grpId="0" animBg="1"/>
      <p:bldP spid="2" grpId="0" animBg="1"/>
      <p:bldP spid="30" grpId="0" animBg="1"/>
      <p:bldP spid="31" grpId="0" animBg="1"/>
      <p:bldP spid="32" grpId="0" animBg="1"/>
      <p:bldP spid="33" grpId="0" animBg="1"/>
      <p:bldP spid="36" grpId="0" animBg="1"/>
      <p:bldP spid="44" grpId="0" animBg="1"/>
      <p:bldP spid="5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Montserrat" pitchFamily="2" charset="0"/>
              </a:rPr>
              <a:t>Operator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orang yang </a:t>
            </a:r>
            <a:r>
              <a:rPr lang="en-US" sz="1800" dirty="0" err="1">
                <a:latin typeface="Montserrat" pitchFamily="2" charset="0"/>
              </a:rPr>
              <a:t>mengoperasikan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dengan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berbagai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kebutuhan</a:t>
            </a:r>
            <a:r>
              <a:rPr lang="en-US" sz="1800" dirty="0">
                <a:latin typeface="Montserrat" pitchFamily="2" charset="0"/>
              </a:rPr>
              <a:t> (</a:t>
            </a:r>
            <a:r>
              <a:rPr lang="en-US" sz="1800" dirty="0" err="1">
                <a:latin typeface="Montserrat" pitchFamily="2" charset="0"/>
              </a:rPr>
              <a:t>pengguna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secara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umum</a:t>
            </a:r>
            <a:r>
              <a:rPr lang="en-US" sz="1800" dirty="0">
                <a:latin typeface="Montserrat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52755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Programmer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Montserrat" pitchFamily="2" charset="0"/>
              </a:rPr>
              <a:t>Programmer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orang yang </a:t>
            </a:r>
            <a:r>
              <a:rPr lang="en-US" sz="1800" dirty="0" err="1">
                <a:latin typeface="Montserrat" pitchFamily="2" charset="0"/>
              </a:rPr>
              <a:t>menggunakan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Bahasa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Pemrograman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membuat</a:t>
            </a:r>
            <a:r>
              <a:rPr lang="en-US" sz="1800" dirty="0">
                <a:latin typeface="Montserrat" pitchFamily="2" charset="0"/>
              </a:rPr>
              <a:t> program</a:t>
            </a:r>
          </a:p>
        </p:txBody>
      </p:sp>
    </p:spTree>
    <p:extLst>
      <p:ext uri="{BB962C8B-B14F-4D97-AF65-F5344CB8AC3E}">
        <p14:creationId xmlns:p14="http://schemas.microsoft.com/office/powerpoint/2010/main" val="23399688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Teknisi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Teknisi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orang yang </a:t>
            </a:r>
            <a:r>
              <a:rPr lang="en-US" sz="1800" dirty="0" err="1">
                <a:latin typeface="Montserrat" pitchFamily="2" charset="0"/>
              </a:rPr>
              <a:t>bertugas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melakukan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instalasi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melakukan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perawatan</a:t>
            </a:r>
            <a:r>
              <a:rPr lang="en-US" sz="1800" dirty="0">
                <a:latin typeface="Montserrat" pitchFamily="2" charset="0"/>
              </a:rPr>
              <a:t>, dan </a:t>
            </a:r>
            <a:r>
              <a:rPr lang="en-US" sz="1800" dirty="0" err="1">
                <a:latin typeface="Montserrat" pitchFamily="2" charset="0"/>
              </a:rPr>
              <a:t>perbaikan</a:t>
            </a:r>
            <a:r>
              <a:rPr lang="en-US" sz="1800" dirty="0">
                <a:latin typeface="Montserrat" pitchFamily="2" charset="0"/>
              </a:rPr>
              <a:t> hardware/software</a:t>
            </a: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Secara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umum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Teknisi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dibagi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menjadi</a:t>
            </a:r>
            <a:r>
              <a:rPr lang="en-US" sz="1800" dirty="0">
                <a:latin typeface="Montserrat" pitchFamily="2" charset="0"/>
              </a:rPr>
              <a:t> 2 </a:t>
            </a:r>
            <a:r>
              <a:rPr lang="en-US" sz="1800" dirty="0" err="1">
                <a:latin typeface="Montserrat" pitchFamily="2" charset="0"/>
              </a:rPr>
              <a:t>yaitu</a:t>
            </a:r>
            <a:r>
              <a:rPr lang="en-US" sz="1800" dirty="0">
                <a:latin typeface="Montserrat" pitchFamily="2" charset="0"/>
              </a:rPr>
              <a:t> :</a:t>
            </a: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  <a:p>
            <a:r>
              <a:rPr lang="en-US" sz="1800" dirty="0" err="1">
                <a:latin typeface="Montserrat" pitchFamily="2" charset="0"/>
              </a:rPr>
              <a:t>Teknisi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endParaRPr lang="en-US" sz="1800" dirty="0">
              <a:latin typeface="Montserrat" pitchFamily="2" charset="0"/>
            </a:endParaRPr>
          </a:p>
          <a:p>
            <a:r>
              <a:rPr lang="en-US" sz="1800" dirty="0" err="1">
                <a:latin typeface="Montserrat" pitchFamily="2" charset="0"/>
              </a:rPr>
              <a:t>Teknisi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Jaringan</a:t>
            </a: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9688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Administrator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Montserrat" pitchFamily="2" charset="0"/>
              </a:rPr>
              <a:t>Administrator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orang yang </a:t>
            </a:r>
            <a:r>
              <a:rPr lang="en-US" sz="1800" dirty="0" err="1">
                <a:latin typeface="Montserrat" pitchFamily="2" charset="0"/>
              </a:rPr>
              <a:t>bertugas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mengelola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struktur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sistem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dan/</a:t>
            </a:r>
            <a:r>
              <a:rPr lang="en-US" sz="1800" dirty="0" err="1">
                <a:latin typeface="Montserrat" pitchFamily="2" charset="0"/>
              </a:rPr>
              <a:t>atau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jaringan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Secara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umum</a:t>
            </a:r>
            <a:r>
              <a:rPr lang="en-US" sz="1800" dirty="0">
                <a:latin typeface="Montserrat" pitchFamily="2" charset="0"/>
              </a:rPr>
              <a:t> Administrator </a:t>
            </a:r>
            <a:r>
              <a:rPr lang="en-US" sz="1800" dirty="0" err="1">
                <a:latin typeface="Montserrat" pitchFamily="2" charset="0"/>
              </a:rPr>
              <a:t>dibagi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menjadi</a:t>
            </a:r>
            <a:r>
              <a:rPr lang="en-US" sz="1800" dirty="0">
                <a:latin typeface="Montserrat" pitchFamily="2" charset="0"/>
              </a:rPr>
              <a:t> 2 </a:t>
            </a:r>
            <a:r>
              <a:rPr lang="en-US" sz="1800" dirty="0" err="1">
                <a:latin typeface="Montserrat" pitchFamily="2" charset="0"/>
              </a:rPr>
              <a:t>yaitu</a:t>
            </a:r>
            <a:r>
              <a:rPr lang="en-US" sz="1800" dirty="0">
                <a:latin typeface="Montserrat" pitchFamily="2" charset="0"/>
              </a:rPr>
              <a:t> :</a:t>
            </a: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  <a:p>
            <a:r>
              <a:rPr lang="en-US" sz="1800" dirty="0">
                <a:latin typeface="Montserrat" pitchFamily="2" charset="0"/>
              </a:rPr>
              <a:t>Administrator </a:t>
            </a:r>
            <a:r>
              <a:rPr lang="en-US" sz="1800" dirty="0" err="1">
                <a:latin typeface="Montserrat" pitchFamily="2" charset="0"/>
              </a:rPr>
              <a:t>Komputer</a:t>
            </a:r>
            <a:endParaRPr lang="en-US" sz="1800" dirty="0">
              <a:latin typeface="Montserrat" pitchFamily="2" charset="0"/>
            </a:endParaRPr>
          </a:p>
          <a:p>
            <a:r>
              <a:rPr lang="en-US" sz="1800" dirty="0">
                <a:latin typeface="Montserrat" pitchFamily="2" charset="0"/>
              </a:rPr>
              <a:t>Administrator </a:t>
            </a:r>
            <a:r>
              <a:rPr lang="en-US" sz="1800" dirty="0" err="1">
                <a:latin typeface="Montserrat" pitchFamily="2" charset="0"/>
              </a:rPr>
              <a:t>Jaringan</a:t>
            </a: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22047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Sistem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Analis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Sistem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Analis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orang yang </a:t>
            </a:r>
            <a:r>
              <a:rPr lang="en-US" sz="1800" dirty="0" err="1">
                <a:latin typeface="Montserrat" pitchFamily="2" charset="0"/>
              </a:rPr>
              <a:t>bertanggung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jawab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terhadap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perencanaan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analisis</a:t>
            </a:r>
            <a:r>
              <a:rPr lang="en-US" sz="1800" dirty="0">
                <a:latin typeface="Montserrat" pitchFamily="2" charset="0"/>
              </a:rPr>
              <a:t>, dan </a:t>
            </a:r>
            <a:r>
              <a:rPr lang="en-US" sz="1800" dirty="0" err="1">
                <a:latin typeface="Montserrat" pitchFamily="2" charset="0"/>
              </a:rPr>
              <a:t>pemilihan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lunak</a:t>
            </a:r>
            <a:r>
              <a:rPr lang="en-US" sz="1800" dirty="0">
                <a:latin typeface="Montserrat" pitchFamily="2" charset="0"/>
              </a:rPr>
              <a:t> dan </a:t>
            </a:r>
            <a:r>
              <a:rPr lang="en-US" sz="1800" dirty="0" err="1">
                <a:latin typeface="Montserrat" pitchFamily="2" charset="0"/>
              </a:rPr>
              <a:t>sistem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dari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suatu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bisnis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atau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perusahaan</a:t>
            </a: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9688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latin typeface="Montserrat" pitchFamily="2" charset="0"/>
              </a:rPr>
              <a:t>KESIMPULAN</a:t>
            </a:r>
          </a:p>
        </p:txBody>
      </p:sp>
    </p:spTree>
    <p:extLst>
      <p:ext uri="{BB962C8B-B14F-4D97-AF65-F5344CB8AC3E}">
        <p14:creationId xmlns:p14="http://schemas.microsoft.com/office/powerpoint/2010/main" val="222341609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5394</TotalTime>
  <Words>171</Words>
  <Application>Microsoft Office PowerPoint</Application>
  <PresentationFormat>Widescreen</PresentationFormat>
  <Paragraphs>39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Operator</vt:lpstr>
      <vt:lpstr>Programmer</vt:lpstr>
      <vt:lpstr>Teknisi</vt:lpstr>
      <vt:lpstr>Administrator</vt:lpstr>
      <vt:lpstr>Sistem Analis</vt:lpstr>
      <vt:lpstr>KESIMPULAN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ekyzupaldry@gmail.com</cp:lastModifiedBy>
  <cp:revision>1128</cp:revision>
  <dcterms:created xsi:type="dcterms:W3CDTF">2021-04-24T02:20:04Z</dcterms:created>
  <dcterms:modified xsi:type="dcterms:W3CDTF">2023-08-27T04:14:15Z</dcterms:modified>
</cp:coreProperties>
</file>