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58" r:id="rId3"/>
    <p:sldId id="271" r:id="rId4"/>
    <p:sldId id="276" r:id="rId5"/>
    <p:sldId id="272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0000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10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du.gcfglobal.org/en/tr_id-computer-basics/apa-itu-komputer/1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achmatim.net/2008/07/09/prinsip-dan-cara-kerja-web-server" TargetMode="External"/><Relationship Id="rId4" Type="http://schemas.openxmlformats.org/officeDocument/2006/relationships/hyperlink" Target="https://www.jogjahost.co.id/blog/komputer-server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3"/>
              </a:rPr>
              <a:t>https://edu.gcfglobal.org/en/tr_id-computer-basics/apa-itu-komputer/1</a:t>
            </a:r>
            <a:endParaRPr lang="en-US" sz="1200" dirty="0">
              <a:latin typeface="Montserrat" panose="00000500000000000000" pitchFamily="2" charset="0"/>
              <a:hlinkClick r:id="rId4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4"/>
              </a:rPr>
              <a:t>https://www.jogjahost.co.id/blog/komputer-server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5"/>
              </a:rPr>
              <a:t>https://achmatim.net/2008/07/09</a:t>
            </a:r>
            <a:r>
              <a:rPr lang="en-US" sz="1200">
                <a:latin typeface="Montserrat" panose="00000500000000000000" pitchFamily="2" charset="0"/>
                <a:hlinkClick r:id="rId5"/>
              </a:rPr>
              <a:t>/prinsip-dan-cara-kerja-web-server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none" baseline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none" baseline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none" baseline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none" baseline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none" baseline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du.gcfglobal.org/en/tr_id-computer-basics/apa-itu-komputer/1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gjahost.co.id/blog/komputer-serv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hmatim.net/2008/07/09/prinsip-dan-cara-kerja-web-serv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du.gcfglobal.org/en/tr_id-computer-basics/apa-itu-komputer/1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7908" y="2697480"/>
            <a:ext cx="10616184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3854064" y="3429000"/>
            <a:ext cx="4483872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#2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Jenis-Jenis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Komputer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itu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anu</a:t>
            </a:r>
            <a:r>
              <a:rPr lang="en-US" sz="3000" dirty="0">
                <a:latin typeface="Montserrat" pitchFamily="2" charset="0"/>
              </a:rPr>
              <a:t>…...</a:t>
            </a:r>
          </a:p>
        </p:txBody>
      </p:sp>
      <p:sp>
        <p:nvSpPr>
          <p:cNvPr id="4" name="Oval 3"/>
          <p:cNvSpPr/>
          <p:nvPr/>
        </p:nvSpPr>
        <p:spPr>
          <a:xfrm>
            <a:off x="4983069" y="2465041"/>
            <a:ext cx="2012315" cy="1927918"/>
          </a:xfrm>
          <a:prstGeom prst="ellipse">
            <a:avLst/>
          </a:prstGeom>
          <a:noFill/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Personal Computer (PC)?</a:t>
            </a:r>
          </a:p>
        </p:txBody>
      </p:sp>
      <p:sp>
        <p:nvSpPr>
          <p:cNvPr id="6" name="Rectangle: Folded Corner 5"/>
          <p:cNvSpPr/>
          <p:nvPr/>
        </p:nvSpPr>
        <p:spPr>
          <a:xfrm>
            <a:off x="1232098" y="1790779"/>
            <a:ext cx="2419350" cy="1031543"/>
          </a:xfrm>
          <a:prstGeom prst="foldedCorner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Laptop?</a:t>
            </a:r>
          </a:p>
        </p:txBody>
      </p:sp>
      <p:sp>
        <p:nvSpPr>
          <p:cNvPr id="7" name="Rectangle: Folded Corner 6"/>
          <p:cNvSpPr/>
          <p:nvPr/>
        </p:nvSpPr>
        <p:spPr>
          <a:xfrm>
            <a:off x="8444205" y="1790779"/>
            <a:ext cx="2419350" cy="1031543"/>
          </a:xfrm>
          <a:prstGeom prst="foldedCorner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Notebook?</a:t>
            </a:r>
          </a:p>
        </p:txBody>
      </p:sp>
      <p:sp>
        <p:nvSpPr>
          <p:cNvPr id="8" name="Rectangle: Folded Corner 7"/>
          <p:cNvSpPr/>
          <p:nvPr/>
        </p:nvSpPr>
        <p:spPr>
          <a:xfrm>
            <a:off x="1126474" y="3939292"/>
            <a:ext cx="2419350" cy="1031543"/>
          </a:xfrm>
          <a:prstGeom prst="foldedCorner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Komputer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Dekstop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?</a:t>
            </a:r>
          </a:p>
        </p:txBody>
      </p:sp>
      <p:sp>
        <p:nvSpPr>
          <p:cNvPr id="9" name="Rectangle: Folded Corner 8"/>
          <p:cNvSpPr/>
          <p:nvPr/>
        </p:nvSpPr>
        <p:spPr>
          <a:xfrm>
            <a:off x="8432630" y="3939292"/>
            <a:ext cx="2419350" cy="1031543"/>
          </a:xfrm>
          <a:prstGeom prst="foldedCorner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Warnet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Montserrat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159690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419724" y="3074859"/>
            <a:ext cx="128587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VS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046" y="2105330"/>
            <a:ext cx="2906504" cy="2585391"/>
          </a:xfrm>
          <a:ln w="19050">
            <a:solidFill>
              <a:schemeClr val="bg2">
                <a:lumMod val="25000"/>
              </a:schemeClr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Personal Computer (PC)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975" y="2105330"/>
            <a:ext cx="2976600" cy="2585390"/>
          </a:xfrm>
          <a:prstGeom prst="rect">
            <a:avLst/>
          </a:prstGeom>
          <a:ln w="19050">
            <a:solidFill>
              <a:schemeClr val="bg2">
                <a:lumMod val="25000"/>
              </a:schemeClr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619374" y="4810125"/>
            <a:ext cx="296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Dekstop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76975" y="4810125"/>
            <a:ext cx="299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Laptop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D809E-A651-458A-A458-0E19E7FA76F2}"/>
              </a:ext>
            </a:extLst>
          </p:cNvPr>
          <p:cNvSpPr txBox="1"/>
          <p:nvPr/>
        </p:nvSpPr>
        <p:spPr>
          <a:xfrm>
            <a:off x="2619374" y="5734969"/>
            <a:ext cx="94964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: </a:t>
            </a:r>
            <a:r>
              <a:rPr lang="en-US" sz="800" dirty="0">
                <a:latin typeface="Montserrat" panose="00000500000000000000" pitchFamily="2" charset="0"/>
                <a:hlinkClick r:id="rId5"/>
              </a:rPr>
              <a:t>https://edu.gcfglobal.org/en/tr_id-computer-basics/apa-itu-komputer/1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61941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PC lain </a:t>
            </a:r>
            <a:r>
              <a:rPr lang="en-US" sz="3000" dirty="0" err="1">
                <a:latin typeface="Montserrat" pitchFamily="2" charset="0"/>
              </a:rPr>
              <a:t>dengan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bentuk</a:t>
            </a:r>
            <a:r>
              <a:rPr lang="en-US" sz="3000" dirty="0">
                <a:latin typeface="Montserrat" pitchFamily="2" charset="0"/>
              </a:rPr>
              <a:t> yang </a:t>
            </a:r>
            <a:r>
              <a:rPr lang="en-US" sz="3000" dirty="0" err="1">
                <a:latin typeface="Montserrat" pitchFamily="2" charset="0"/>
              </a:rPr>
              <a:t>mirip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itchFamily="2" charset="0"/>
              </a:rPr>
              <a:t>Palmtop</a:t>
            </a:r>
          </a:p>
          <a:p>
            <a:r>
              <a:rPr lang="en-US" sz="1800" dirty="0">
                <a:latin typeface="Montserrat" pitchFamily="2" charset="0"/>
              </a:rPr>
              <a:t>Netbook</a:t>
            </a:r>
          </a:p>
          <a:p>
            <a:r>
              <a:rPr lang="en-US" sz="1800" dirty="0">
                <a:latin typeface="Montserrat" pitchFamily="2" charset="0"/>
              </a:rPr>
              <a:t>Subnotebook</a:t>
            </a:r>
          </a:p>
          <a:p>
            <a:r>
              <a:rPr lang="en-US" sz="1800" dirty="0" err="1">
                <a:latin typeface="Montserrat" pitchFamily="2" charset="0"/>
              </a:rPr>
              <a:t>Desknote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All In One</a:t>
            </a:r>
          </a:p>
          <a:p>
            <a:r>
              <a:rPr lang="en-US" sz="1800" dirty="0" err="1">
                <a:latin typeface="Montserrat" pitchFamily="2" charset="0"/>
              </a:rPr>
              <a:t>dll</a:t>
            </a:r>
            <a:r>
              <a:rPr lang="en-US" sz="1800" dirty="0"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509337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Komputer</a:t>
            </a:r>
            <a:r>
              <a:rPr lang="en-US" sz="3000" dirty="0">
                <a:latin typeface="Montserrat" pitchFamily="2" charset="0"/>
              </a:rPr>
              <a:t> Server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server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sebuah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spesifikasi</a:t>
            </a:r>
            <a:r>
              <a:rPr lang="en-US" sz="1800" u="sng" dirty="0">
                <a:latin typeface="Montserrat" pitchFamily="2" charset="0"/>
              </a:rPr>
              <a:t> </a:t>
            </a:r>
            <a:r>
              <a:rPr lang="en-US" sz="1800" u="sng" dirty="0" err="1">
                <a:latin typeface="Montserrat" pitchFamily="2" charset="0"/>
              </a:rPr>
              <a:t>tertentu</a:t>
            </a:r>
            <a:r>
              <a:rPr lang="en-US" sz="1800" dirty="0">
                <a:latin typeface="Montserrat" pitchFamily="2" charset="0"/>
              </a:rPr>
              <a:t>, yang </a:t>
            </a:r>
            <a:r>
              <a:rPr lang="en-US" sz="1800" dirty="0" err="1">
                <a:latin typeface="Montserrat" pitchFamily="2" charset="0"/>
              </a:rPr>
              <a:t>bertugas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untuk</a:t>
            </a:r>
            <a:r>
              <a:rPr lang="en-US" sz="1800" dirty="0">
                <a:latin typeface="Montserrat" pitchFamily="2" charset="0"/>
              </a:rPr>
              <a:t> : </a:t>
            </a:r>
          </a:p>
          <a:p>
            <a:r>
              <a:rPr lang="en-US" sz="1800" dirty="0" err="1">
                <a:latin typeface="Montserrat" pitchFamily="2" charset="0"/>
              </a:rPr>
              <a:t>Mengelola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akses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suatu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jaringan</a:t>
            </a:r>
            <a:endParaRPr lang="en-US" sz="1800" dirty="0">
              <a:latin typeface="Montserrat" pitchFamily="2" charset="0"/>
            </a:endParaRPr>
          </a:p>
          <a:p>
            <a:r>
              <a:rPr lang="en-US" sz="1800" dirty="0" err="1">
                <a:latin typeface="Montserrat" pitchFamily="2" charset="0"/>
              </a:rPr>
              <a:t>Menyediakan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sumber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menyimpan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informasi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tertentu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serta</a:t>
            </a:r>
            <a:r>
              <a:rPr lang="en-US" sz="1800" dirty="0">
                <a:latin typeface="Montserrat" pitchFamily="2" charset="0"/>
              </a:rPr>
              <a:t> </a:t>
            </a:r>
          </a:p>
          <a:p>
            <a:r>
              <a:rPr lang="en-US" sz="1800" dirty="0" err="1">
                <a:latin typeface="Montserrat" pitchFamily="2" charset="0"/>
              </a:rPr>
              <a:t>Melayani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permintaan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Client (Workstation)</a:t>
            </a:r>
          </a:p>
          <a:p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Lihat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Selengkapnya</a:t>
            </a:r>
            <a:r>
              <a:rPr lang="en-US" sz="1800" dirty="0">
                <a:latin typeface="Montserrat" pitchFamily="2" charset="0"/>
              </a:rPr>
              <a:t> : </a:t>
            </a:r>
            <a:r>
              <a:rPr lang="en-US" sz="1800" dirty="0">
                <a:latin typeface="Montserrat" pitchFamily="2" charset="0"/>
                <a:hlinkClick r:id="rId3"/>
              </a:rPr>
              <a:t>https://www.jogjahost.co.id/blog/komputer-server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346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Cara </a:t>
            </a:r>
            <a:r>
              <a:rPr lang="en-US" sz="3000" dirty="0" err="1">
                <a:latin typeface="Montserrat" pitchFamily="2" charset="0"/>
              </a:rPr>
              <a:t>Kerja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419475" y="4838700"/>
            <a:ext cx="5353050" cy="29527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Montserrat" pitchFamily="2" charset="0"/>
              </a:rPr>
              <a:t>Sumber</a:t>
            </a:r>
            <a:r>
              <a:rPr lang="en-US" sz="800" dirty="0">
                <a:latin typeface="Montserrat" pitchFamily="2" charset="0"/>
              </a:rPr>
              <a:t> </a:t>
            </a:r>
            <a:r>
              <a:rPr lang="en-US" sz="800" dirty="0" err="1">
                <a:latin typeface="Montserrat" pitchFamily="2" charset="0"/>
              </a:rPr>
              <a:t>Referensi</a:t>
            </a:r>
            <a:r>
              <a:rPr lang="en-US" sz="800" dirty="0">
                <a:latin typeface="Montserrat" pitchFamily="2" charset="0"/>
              </a:rPr>
              <a:t> : </a:t>
            </a:r>
            <a:r>
              <a:rPr lang="en-US" sz="800" dirty="0">
                <a:latin typeface="Montserrat" pitchFamily="2" charset="0"/>
                <a:hlinkClick r:id="rId3"/>
              </a:rPr>
              <a:t>https://achmatim.net/2008/07/09/prinsip-dan-cara-kerja-web-server</a:t>
            </a:r>
            <a:endParaRPr lang="en-US" sz="800" dirty="0">
              <a:latin typeface="Montserrat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681" y="1565880"/>
            <a:ext cx="6007844" cy="312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0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Jenis-Jenis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Komputer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Lainnya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>
                <a:latin typeface="Montserrat" pitchFamily="2" charset="0"/>
              </a:rPr>
              <a:t>PDA (Personal Digital Assistant)</a:t>
            </a:r>
          </a:p>
          <a:p>
            <a:r>
              <a:rPr lang="en-US" sz="1800" i="1" dirty="0">
                <a:latin typeface="Montserrat" pitchFamily="2" charset="0"/>
              </a:rPr>
              <a:t>Tablet</a:t>
            </a:r>
          </a:p>
          <a:p>
            <a:r>
              <a:rPr lang="en-US" sz="1800" i="1" dirty="0">
                <a:latin typeface="Montserrat" pitchFamily="2" charset="0"/>
              </a:rPr>
              <a:t>Game Console</a:t>
            </a:r>
          </a:p>
          <a:p>
            <a:r>
              <a:rPr lang="en-US" sz="1800" i="1" dirty="0">
                <a:latin typeface="Montserrat" pitchFamily="2" charset="0"/>
              </a:rPr>
              <a:t>Smartphone</a:t>
            </a:r>
          </a:p>
          <a:p>
            <a:r>
              <a:rPr lang="en-US" sz="1800" i="1" dirty="0" err="1">
                <a:latin typeface="Montserrat" pitchFamily="2" charset="0"/>
              </a:rPr>
              <a:t>Wearables</a:t>
            </a:r>
            <a:r>
              <a:rPr lang="en-US" sz="1800" i="1" dirty="0">
                <a:latin typeface="Montserrat" pitchFamily="2" charset="0"/>
              </a:rPr>
              <a:t> Computer. </a:t>
            </a:r>
            <a:r>
              <a:rPr lang="en-US" sz="1800" dirty="0" err="1">
                <a:latin typeface="Montserrat" pitchFamily="2" charset="0"/>
              </a:rPr>
              <a:t>Contoh</a:t>
            </a:r>
            <a:r>
              <a:rPr lang="en-US" sz="1800" dirty="0">
                <a:latin typeface="Montserrat" pitchFamily="2" charset="0"/>
              </a:rPr>
              <a:t>: </a:t>
            </a:r>
            <a:r>
              <a:rPr lang="en-US" sz="1800" i="1" dirty="0">
                <a:latin typeface="Montserrat" pitchFamily="2" charset="0"/>
              </a:rPr>
              <a:t>Smart Watch</a:t>
            </a:r>
          </a:p>
          <a:p>
            <a:r>
              <a:rPr lang="en-US" sz="1800" i="1" dirty="0">
                <a:latin typeface="Montserrat" pitchFamily="2" charset="0"/>
              </a:rPr>
              <a:t>Smart TV</a:t>
            </a:r>
          </a:p>
          <a:p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6966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419724" y="3074859"/>
            <a:ext cx="128587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VS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046" y="2105330"/>
            <a:ext cx="2906504" cy="2585391"/>
          </a:xfrm>
          <a:ln w="19050">
            <a:solidFill>
              <a:schemeClr val="bg2">
                <a:lumMod val="25000"/>
              </a:schemeClr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Personal Computer (PC)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975" y="2105330"/>
            <a:ext cx="2976600" cy="2585390"/>
          </a:xfrm>
          <a:prstGeom prst="rect">
            <a:avLst/>
          </a:prstGeom>
          <a:ln w="19050">
            <a:solidFill>
              <a:schemeClr val="bg2">
                <a:lumMod val="25000"/>
              </a:schemeClr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619374" y="4810125"/>
            <a:ext cx="296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Dekstop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76975" y="4810125"/>
            <a:ext cx="299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itchFamily="2" charset="0"/>
              </a:rPr>
              <a:t>Laptop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D809E-A651-458A-A458-0E19E7FA76F2}"/>
              </a:ext>
            </a:extLst>
          </p:cNvPr>
          <p:cNvSpPr txBox="1"/>
          <p:nvPr/>
        </p:nvSpPr>
        <p:spPr>
          <a:xfrm>
            <a:off x="2619374" y="5622025"/>
            <a:ext cx="57054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5"/>
              </a:rPr>
              <a:t>https://edu.gcfglobal.org/en/tr_id-computer-basics/apa-itu-komputer/1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2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234</Words>
  <Application>Microsoft Office PowerPoint</Application>
  <PresentationFormat>Widescreen</PresentationFormat>
  <Paragraphs>51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Office Theme</vt:lpstr>
      <vt:lpstr>PowerPoint Presentation</vt:lpstr>
      <vt:lpstr>Komputer itu anu…...</vt:lpstr>
      <vt:lpstr>Personal Computer (PC)</vt:lpstr>
      <vt:lpstr>PC lain dengan bentuk yang mirip</vt:lpstr>
      <vt:lpstr>Komputer Server</vt:lpstr>
      <vt:lpstr>Cara Kerja</vt:lpstr>
      <vt:lpstr>Jenis-Jenis Komputer Lainnya</vt:lpstr>
      <vt:lpstr>Personal Computer (PC)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766</cp:revision>
  <dcterms:created xsi:type="dcterms:W3CDTF">2021-04-24T02:20:04Z</dcterms:created>
  <dcterms:modified xsi:type="dcterms:W3CDTF">2023-08-26T17:39:59Z</dcterms:modified>
</cp:coreProperties>
</file>