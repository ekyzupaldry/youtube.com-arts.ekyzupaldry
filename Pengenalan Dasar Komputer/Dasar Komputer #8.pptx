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97" r:id="rId3"/>
    <p:sldId id="296" r:id="rId4"/>
    <p:sldId id="299" r:id="rId5"/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85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90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Antarmuka_baris_perintah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id.wikipedia.org/wiki/Antarmuka_pengguna_grafis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https://id.wikipedia.org/wiki/Antarmuka_baris_perintah</a:t>
            </a:r>
            <a:endParaRPr lang="en-US" sz="1200" dirty="0">
              <a:latin typeface="Montserrat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4"/>
              </a:rPr>
              <a:t>https://id.wikipedia.org/wiki/Antarmuka_pengguna</a:t>
            </a:r>
            <a:r>
              <a:rPr lang="en-US" sz="1200">
                <a:latin typeface="Montserrat" pitchFamily="2" charset="0"/>
                <a:hlinkClick r:id="rId4"/>
              </a:rPr>
              <a:t>_grafis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42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6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Antarmuka_baris_perintah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5" y="2693883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2659477" y="3425403"/>
            <a:ext cx="6873046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#8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User Interface 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– 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CUI (CLI)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VS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GUI</a:t>
            </a: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3232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br>
              <a:rPr lang="en-US" sz="2000" dirty="0">
                <a:latin typeface="Montserrat" pitchFamily="2" charset="0"/>
              </a:rPr>
            </a:br>
            <a:br>
              <a:rPr lang="en-US" sz="2000" dirty="0">
                <a:latin typeface="Montserrat" pitchFamily="2" charset="0"/>
              </a:rPr>
            </a:br>
            <a:r>
              <a:rPr lang="en-US" sz="2400" dirty="0">
                <a:latin typeface="Montserrat" pitchFamily="2" charset="0"/>
              </a:rPr>
              <a:t>CUI (CLI)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rPr>
              <a:t>VS</a:t>
            </a:r>
            <a:r>
              <a:rPr lang="en-US" sz="2400" dirty="0">
                <a:latin typeface="Montserrat" pitchFamily="2" charset="0"/>
              </a:rPr>
              <a:t> GUI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40826" y="2497394"/>
            <a:ext cx="2930013" cy="589935"/>
          </a:xfrm>
          <a:prstGeom prst="roundRect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User Interface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7561003" y="2792362"/>
            <a:ext cx="0" cy="1661651"/>
          </a:xfrm>
          <a:prstGeom prst="line">
            <a:avLst/>
          </a:prstGeom>
          <a:ln>
            <a:solidFill>
              <a:srgbClr val="0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640826" y="2792361"/>
            <a:ext cx="0" cy="1661651"/>
          </a:xfrm>
          <a:prstGeom prst="line">
            <a:avLst/>
          </a:prstGeom>
          <a:ln>
            <a:solidFill>
              <a:srgbClr val="0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640826" y="4454013"/>
            <a:ext cx="2920177" cy="0"/>
          </a:xfrm>
          <a:prstGeom prst="line">
            <a:avLst/>
          </a:prstGeom>
          <a:ln>
            <a:solidFill>
              <a:srgbClr val="0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Process 19"/>
          <p:cNvSpPr/>
          <p:nvPr/>
        </p:nvSpPr>
        <p:spPr>
          <a:xfrm>
            <a:off x="8205019" y="1818973"/>
            <a:ext cx="1971368" cy="1946783"/>
          </a:xfrm>
          <a:prstGeom prst="flowChartProcess">
            <a:avLst/>
          </a:prstGeom>
          <a:solidFill>
            <a:schemeClr val="bg1"/>
          </a:solidFill>
          <a:ln w="31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800"/>
              </a:lnSpc>
              <a:spcBef>
                <a:spcPts val="600"/>
              </a:spcBef>
            </a:pPr>
            <a:endParaRPr lang="en-US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>
              <a:lnSpc>
                <a:spcPts val="1800"/>
              </a:lnSpc>
              <a:spcBef>
                <a:spcPts val="600"/>
              </a:spcBef>
            </a:pPr>
            <a:r>
              <a:rPr lang="en-US" sz="1200" i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Tampilan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menghubungkan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pengguna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dengan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lunak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agar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saling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berinteraksi</a:t>
            </a:r>
            <a:endParaRPr lang="en-US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21" name="Straight Connector 20"/>
          <p:cNvCxnSpPr>
            <a:stCxn id="5" idx="3"/>
            <a:endCxn id="20" idx="1"/>
          </p:cNvCxnSpPr>
          <p:nvPr/>
        </p:nvCxnSpPr>
        <p:spPr>
          <a:xfrm>
            <a:off x="7570839" y="2792362"/>
            <a:ext cx="634180" cy="3"/>
          </a:xfrm>
          <a:prstGeom prst="line">
            <a:avLst/>
          </a:prstGeom>
          <a:ln>
            <a:solidFill>
              <a:srgbClr val="0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6979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20" grpId="0" animBg="1"/>
      <p:bldP spid="2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997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Montserrat" pitchFamily="2" charset="0"/>
              </a:rPr>
              <a:t>CUI (Character User Interface) / CLI (Command Line Interface)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032" y="1452003"/>
            <a:ext cx="10515600" cy="5155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Mekanisme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interaksi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antara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pengguna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mengetikkan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teks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perintah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menjalankan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tugas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tertentu</a:t>
            </a:r>
            <a:endParaRPr lang="en-US" sz="1800" dirty="0">
              <a:latin typeface="Montserrat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7430" y="2314444"/>
            <a:ext cx="4300827" cy="367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7430" y="6078712"/>
            <a:ext cx="6268884" cy="228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3"/>
              </a:rPr>
              <a:t>https://id.wikipedia.org/wiki/Antarmuka_baris_perintah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6" name="Left Brace 5"/>
          <p:cNvSpPr/>
          <p:nvPr/>
        </p:nvSpPr>
        <p:spPr>
          <a:xfrm rot="10800000">
            <a:off x="8460657" y="3792267"/>
            <a:ext cx="344129" cy="717754"/>
          </a:xfrm>
          <a:prstGeom prst="leftBrac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908026" y="3966478"/>
            <a:ext cx="1092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Konsol</a:t>
            </a:r>
            <a:endParaRPr lang="en-US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87909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1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Montserrat" pitchFamily="2" charset="0"/>
              </a:rPr>
              <a:t>GUI (Graphic User Interface)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032" y="1275027"/>
            <a:ext cx="10515600" cy="5155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Mekanisme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interaksi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antara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pengguna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grafis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seperti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tombol</a:t>
            </a:r>
            <a:r>
              <a:rPr lang="en-US" sz="1800" dirty="0">
                <a:latin typeface="Montserrat" pitchFamily="2" charset="0"/>
              </a:rPr>
              <a:t>, logo, </a:t>
            </a:r>
            <a:r>
              <a:rPr lang="en-US" sz="1800" dirty="0" err="1">
                <a:latin typeface="Montserrat" pitchFamily="2" charset="0"/>
              </a:rPr>
              <a:t>dsb</a:t>
            </a:r>
            <a:endParaRPr lang="en-US" sz="1800" dirty="0">
              <a:latin typeface="Montserrat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5223" y="1956620"/>
            <a:ext cx="7665692" cy="432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5154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1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Montserrat" pitchFamily="2" charset="0"/>
              </a:rPr>
              <a:t>CUI VS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032" y="1275027"/>
            <a:ext cx="10515600" cy="5155278"/>
          </a:xfrm>
        </p:spPr>
        <p:txBody>
          <a:bodyPr>
            <a:normAutofit/>
          </a:bodyPr>
          <a:lstStyle/>
          <a:p>
            <a:r>
              <a:rPr lang="en-US" sz="1800" dirty="0" err="1">
                <a:latin typeface="Montserrat" pitchFamily="2" charset="0"/>
              </a:rPr>
              <a:t>Tampilan</a:t>
            </a:r>
            <a:r>
              <a:rPr lang="en-US" sz="1800" dirty="0">
                <a:latin typeface="Montserrat" pitchFamily="2" charset="0"/>
              </a:rPr>
              <a:t> CUI </a:t>
            </a:r>
            <a:r>
              <a:rPr lang="en-US" sz="1800" dirty="0" err="1">
                <a:latin typeface="Montserrat" pitchFamily="2" charset="0"/>
              </a:rPr>
              <a:t>membosankan</a:t>
            </a:r>
            <a:r>
              <a:rPr lang="en-US" sz="1800" dirty="0">
                <a:latin typeface="Montserrat" pitchFamily="2" charset="0"/>
              </a:rPr>
              <a:t> (</a:t>
            </a:r>
            <a:r>
              <a:rPr lang="en-US" sz="1800" dirty="0" err="1">
                <a:latin typeface="Montserrat" pitchFamily="2" charset="0"/>
              </a:rPr>
              <a:t>kurang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manusiawi</a:t>
            </a:r>
            <a:r>
              <a:rPr lang="en-US" sz="1800" dirty="0">
                <a:latin typeface="Montserrat" pitchFamily="2" charset="0"/>
              </a:rPr>
              <a:t>) </a:t>
            </a:r>
            <a:r>
              <a:rPr lang="en-US" sz="1800" i="1" dirty="0" err="1">
                <a:latin typeface="Montserrat" pitchFamily="2" charset="0"/>
              </a:rPr>
              <a:t>sedangkan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tampilan</a:t>
            </a:r>
            <a:r>
              <a:rPr lang="en-US" sz="1800" dirty="0">
                <a:latin typeface="Montserrat" pitchFamily="2" charset="0"/>
              </a:rPr>
              <a:t> GUI </a:t>
            </a:r>
            <a:r>
              <a:rPr lang="en-US" sz="1800" dirty="0" err="1">
                <a:latin typeface="Montserrat" pitchFamily="2" charset="0"/>
              </a:rPr>
              <a:t>menarik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mudah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dimengerti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>
                <a:latin typeface="Montserrat" pitchFamily="2" charset="0"/>
              </a:rPr>
              <a:t>CUI </a:t>
            </a:r>
            <a:r>
              <a:rPr lang="en-US" sz="1800" dirty="0" err="1">
                <a:latin typeface="Montserrat" pitchFamily="2" charset="0"/>
              </a:rPr>
              <a:t>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lebih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mempercepat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dalam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pekerjaan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tahu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perintah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ingin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fungsinya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Menguasai</a:t>
            </a:r>
            <a:r>
              <a:rPr lang="en-US" sz="1800" dirty="0">
                <a:latin typeface="Montserrat" pitchFamily="2" charset="0"/>
              </a:rPr>
              <a:t> CUI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kemampuan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penting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bagi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beberapa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profesi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seperti</a:t>
            </a:r>
            <a:r>
              <a:rPr lang="en-US" sz="1800" dirty="0">
                <a:latin typeface="Montserrat" pitchFamily="2" charset="0"/>
              </a:rPr>
              <a:t> programmer</a:t>
            </a:r>
          </a:p>
          <a:p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1437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</TotalTime>
  <Words>185</Words>
  <Application>Microsoft Office PowerPoint</Application>
  <PresentationFormat>Widescreen</PresentationFormat>
  <Paragraphs>21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Montserrat</vt:lpstr>
      <vt:lpstr>Office Theme</vt:lpstr>
      <vt:lpstr>PowerPoint Presentation</vt:lpstr>
      <vt:lpstr>  CUI (CLI) VS GUI</vt:lpstr>
      <vt:lpstr>CUI (Character User Interface) / CLI (Command Line Interface)</vt:lpstr>
      <vt:lpstr>GUI (Graphic User Interface)</vt:lpstr>
      <vt:lpstr>CUI VS GUI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1290</cp:revision>
  <dcterms:created xsi:type="dcterms:W3CDTF">2021-04-24T02:20:04Z</dcterms:created>
  <dcterms:modified xsi:type="dcterms:W3CDTF">2023-08-26T17:41:45Z</dcterms:modified>
</cp:coreProperties>
</file>